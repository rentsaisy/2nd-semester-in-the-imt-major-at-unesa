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7" r:id="rId2"/>
    <p:sldId id="398" r:id="rId3"/>
    <p:sldId id="399" r:id="rId4"/>
    <p:sldId id="358" r:id="rId5"/>
    <p:sldId id="400" r:id="rId6"/>
    <p:sldId id="260" r:id="rId7"/>
    <p:sldId id="261" r:id="rId8"/>
    <p:sldId id="401" r:id="rId9"/>
    <p:sldId id="402" r:id="rId10"/>
    <p:sldId id="403" r:id="rId11"/>
    <p:sldId id="404" r:id="rId12"/>
    <p:sldId id="405" r:id="rId13"/>
    <p:sldId id="406" r:id="rId14"/>
    <p:sldId id="264" r:id="rId15"/>
    <p:sldId id="265" r:id="rId16"/>
    <p:sldId id="266" r:id="rId17"/>
    <p:sldId id="267" r:id="rId18"/>
    <p:sldId id="391" r:id="rId19"/>
    <p:sldId id="269" r:id="rId20"/>
    <p:sldId id="392" r:id="rId21"/>
    <p:sldId id="424" r:id="rId22"/>
    <p:sldId id="425" r:id="rId23"/>
    <p:sldId id="426" r:id="rId24"/>
    <p:sldId id="271" r:id="rId25"/>
    <p:sldId id="272" r:id="rId26"/>
    <p:sldId id="273" r:id="rId27"/>
    <p:sldId id="274" r:id="rId28"/>
    <p:sldId id="275" r:id="rId29"/>
    <p:sldId id="394" r:id="rId30"/>
    <p:sldId id="277" r:id="rId31"/>
    <p:sldId id="278" r:id="rId32"/>
    <p:sldId id="336" r:id="rId33"/>
    <p:sldId id="279" r:id="rId34"/>
    <p:sldId id="280" r:id="rId35"/>
    <p:sldId id="281" r:id="rId36"/>
    <p:sldId id="407" r:id="rId37"/>
    <p:sldId id="409" r:id="rId38"/>
    <p:sldId id="283" r:id="rId39"/>
    <p:sldId id="408" r:id="rId40"/>
    <p:sldId id="410" r:id="rId41"/>
    <p:sldId id="285" r:id="rId42"/>
    <p:sldId id="286" r:id="rId43"/>
    <p:sldId id="427" r:id="rId44"/>
    <p:sldId id="287" r:id="rId45"/>
    <p:sldId id="288" r:id="rId46"/>
    <p:sldId id="289" r:id="rId47"/>
    <p:sldId id="428" r:id="rId48"/>
    <p:sldId id="290" r:id="rId49"/>
    <p:sldId id="291" r:id="rId50"/>
    <p:sldId id="420" r:id="rId51"/>
    <p:sldId id="292" r:id="rId52"/>
    <p:sldId id="293" r:id="rId53"/>
    <p:sldId id="419" r:id="rId54"/>
    <p:sldId id="294" r:id="rId55"/>
    <p:sldId id="411" r:id="rId56"/>
    <p:sldId id="418" r:id="rId57"/>
    <p:sldId id="423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2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8ADDF-5C36-4A13-991F-B52C77BD926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7AFD5-6D65-4473-9FAA-AC4A404B5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19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03C5-83A6-47B6-B98F-237A2EFB6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F0729-CB79-4069-82E3-A8F75E775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24996-260C-43A0-B67A-2369B58B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1B1D-B105-48B8-98AE-D5A8558F6E0B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DB73-5C3D-4BD9-B5B2-01B022C2F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98FEE-06BD-4C18-B0FB-77E11B68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0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49E6F-EE32-4EB6-AF4F-EB33BDA5B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188A2-1DE2-42E4-98C8-3952EA3DB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6EE66-41C4-467C-A499-CD682694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C4B3-09F8-4221-8954-17B048DE9053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5531F-F998-432F-8E4C-F2ADCB3D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DFC18-42A0-4FF0-A884-CFEE9BFA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8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C4779-8A71-41DE-94B9-F05FCCA98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3F8EF-2EA0-4570-B738-79A33341F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640FC-21C7-4ECE-AE0F-067F26AB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52FE-78C4-442B-BEA7-3BDE7FD6A5F3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4560-BD63-43AD-A7DD-9BA3B91A7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1B003-3C6A-487B-B590-7870E2D44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4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526A5-32B4-461B-A8A6-F69F1063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9BAA7-E230-4882-B398-1551754B1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F5A0-2C7D-43B4-932A-541B9EC27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E5A9B-3139-4E5D-91CD-D85524FC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A2B70-C147-4B00-9CFC-5C1F10AF1361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4222C-99D7-423A-A559-0C74C15CE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59023-B15F-43A9-8527-74D8F9D6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4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FB452-0C73-4893-AB59-BC1D23C16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80692-6B3F-469E-B806-0F193E7CB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68892-4E7A-40C9-BAB1-061AF505C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809F4E-5F08-4555-8726-D1EAF3EAD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B4AC5-B1B1-4CE9-B9BE-1AF60AB78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E4D9FE-9938-444C-B196-F741C617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CE2F-39A6-424E-939A-5EB691DE54E0}" type="datetime1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3F2B44-EFCA-411B-B39F-8B75D137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45A42B-B283-4B4D-B683-BB6D8E2F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52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9338F-9956-479C-9716-74D0A8585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67566B-0E8D-47EE-BAF4-903927D0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0772D-A3F1-4F28-91A8-F190DD4D83A0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405AD4-DB49-4B0D-9DD5-2BAF3F95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F23442-3BA9-464C-969F-724FC900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B1F30-F85E-4304-9BE1-AE27C22EB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090-DDA6-4287-A9CB-74E994C0CF5F}" type="datetime1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E9114E-4D5A-4B30-BE4E-DFB3CEB76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5532B-6071-4D85-AC20-1BAF980C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66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B1266-232C-47F9-BE03-6EA498F1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22742-87E0-44EC-B725-4A037F814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C24D9-5947-4FB0-8879-A0C1A5726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7E78E-376C-4653-997E-E5879F63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4FAB1-0F94-4325-BC42-4C71023B908E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48B69-4D65-4C65-A989-5512F48EA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F9F74-B4B8-4F4C-8144-F42B5433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8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D7D0-38F7-41DD-8E72-FC45F1D6A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2E8D95-70B6-42EB-A7B0-10F97AFAF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63A27-49B4-4D1A-B875-9D994C60E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8FC3F-AE0C-4CFC-BADF-2F5C63A24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68E8E-BE27-41A6-8BE2-7CFF40CD561C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DD4A8-47FE-4EB8-AF9D-FEDFBE0B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4347D-881E-4E12-89DA-CD645D89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5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BDE7E-3A5A-4389-B6B0-999C0C13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A3858-3E17-4B1A-8A0B-C7DB5B534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920E8-7F71-40B7-9069-0C49B4AA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E4CAA-8AFD-4F30-A851-7943D4835FD2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98D7E-8124-4B6D-B506-C486FCFF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8000E-0EE5-410B-8F89-ECC9B6F82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5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146C5-838B-4A0C-BB63-DDA289E10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09384-979B-4A85-977A-C75D3552B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304DA-37A4-4F7E-822A-BCD380C6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8316-6290-472E-8208-4082BAEA1C51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63E11-F83A-416C-9D56-12E4F84C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04C8F-D0D1-4438-AE53-7E61237F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3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3C1DDE-13C5-4ADB-9C05-7DC9F3D4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7891-7999-4B1E-BB19-9BF0F81D5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C9575-3B41-42A8-9DD1-21B5E95B68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13BF2-29C1-40DF-95C1-6BB35F78E313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A0336-444E-4BC5-9003-8A63FE3C3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ED2E9-FDC4-402C-BC18-3EF999669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1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1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1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emf"/><Relationship Id="rId4" Type="http://schemas.openxmlformats.org/officeDocument/2006/relationships/oleObject" Target="../embeddings/oleObject16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19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image" Target="../media/image48.wmf"/><Relationship Id="rId4" Type="http://schemas.openxmlformats.org/officeDocument/2006/relationships/oleObject" Target="../embeddings/oleObject22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wmf"/><Relationship Id="rId4" Type="http://schemas.openxmlformats.org/officeDocument/2006/relationships/oleObject" Target="../embeddings/oleObject36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3">
            <a:extLst>
              <a:ext uri="{FF2B5EF4-FFF2-40B4-BE49-F238E27FC236}">
                <a16:creationId xmlns:a16="http://schemas.microsoft.com/office/drawing/2014/main" id="{9C6C090B-0BBD-4310-9EDF-3D7B28524C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FE18A4F-A7B2-44C6-B05F-E79D00606075}" type="slidenum">
              <a:rPr lang="en-GB" altLang="en-US" sz="1400"/>
              <a:pPr eaLnBrk="1" hangingPunct="1"/>
              <a:t>1</a:t>
            </a:fld>
            <a:endParaRPr lang="en-GB" altLang="en-US" sz="1400"/>
          </a:p>
        </p:txBody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70B245A0-5626-4475-805F-5E79253D597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71600" y="594043"/>
            <a:ext cx="9144000" cy="2387600"/>
          </a:xfrm>
        </p:spPr>
        <p:txBody>
          <a:bodyPr/>
          <a:lstStyle/>
          <a:p>
            <a:pPr eaLnBrk="1" hangingPunct="1"/>
            <a:r>
              <a:rPr lang="en-US" altLang="en-US" sz="5400" b="1" dirty="0">
                <a:latin typeface="+mn-lt"/>
                <a:cs typeface="Times New Roman" panose="02020603050405020304" pitchFamily="18" charset="0"/>
              </a:rPr>
              <a:t>Graf </a:t>
            </a:r>
            <a:br>
              <a:rPr lang="en-US" altLang="en-US" sz="5400" b="1" dirty="0">
                <a:latin typeface="+mn-lt"/>
                <a:cs typeface="Times New Roman" panose="02020603050405020304" pitchFamily="18" charset="0"/>
              </a:rPr>
            </a:br>
            <a:r>
              <a:rPr lang="en-US" altLang="en-US" sz="2800" b="1" dirty="0">
                <a:cs typeface="Times New Roman" panose="02020603050405020304" pitchFamily="18" charset="0"/>
              </a:rPr>
              <a:t>(Bag.1)</a:t>
            </a:r>
            <a:br>
              <a:rPr lang="en-US" altLang="en-US" sz="2800" b="1" dirty="0">
                <a:cs typeface="Times New Roman" panose="02020603050405020304" pitchFamily="18" charset="0"/>
              </a:rPr>
            </a:br>
            <a:endParaRPr lang="en-GB" altLang="en-US" sz="2800" b="1" dirty="0">
              <a:cs typeface="Times New Roman" panose="02020603050405020304" pitchFamily="18" charset="0"/>
            </a:endParaRP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BD31DBE8-708B-4106-963F-114C94BDC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326" y="191769"/>
            <a:ext cx="3756813" cy="3602038"/>
          </a:xfrm>
          <a:prstGeom prst="rect">
            <a:avLst/>
          </a:prstGeom>
        </p:spPr>
      </p:pic>
      <p:pic>
        <p:nvPicPr>
          <p:cNvPr id="8" name="Picture 7" descr="A picture containing field, air, sitting, light&#10;&#10;Description automatically generated">
            <a:extLst>
              <a:ext uri="{FF2B5EF4-FFF2-40B4-BE49-F238E27FC236}">
                <a16:creationId xmlns:a16="http://schemas.microsoft.com/office/drawing/2014/main" id="{BCD3CA79-B079-4993-B6E3-0D727109F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95" y="165177"/>
            <a:ext cx="3523480" cy="3523480"/>
          </a:xfrm>
          <a:prstGeom prst="rect">
            <a:avLst/>
          </a:prstGeom>
        </p:spPr>
      </p:pic>
      <p:sp>
        <p:nvSpPr>
          <p:cNvPr id="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19D088B-A13E-209F-D8A5-A6AED2E9FB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3851565"/>
            <a:ext cx="9144000" cy="954107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Bahan</a:t>
            </a:r>
            <a:r>
              <a:rPr lang="en-US" altLang="en-US" dirty="0"/>
              <a:t> </a:t>
            </a:r>
            <a:r>
              <a:rPr lang="en-US" altLang="en-US" dirty="0" err="1"/>
              <a:t>Kuliah</a:t>
            </a:r>
            <a:r>
              <a:rPr lang="en-US" altLang="en-US" dirty="0"/>
              <a:t> </a:t>
            </a:r>
          </a:p>
          <a:p>
            <a:pPr eaLnBrk="1" hangingPunct="1"/>
            <a:r>
              <a:rPr lang="en-US" altLang="en-US" dirty="0" err="1"/>
              <a:t>Matematika</a:t>
            </a:r>
            <a:r>
              <a:rPr lang="en-US" altLang="en-US" dirty="0"/>
              <a:t> </a:t>
            </a:r>
            <a:r>
              <a:rPr lang="en-US" altLang="en-US" dirty="0" err="1"/>
              <a:t>Diskrit</a:t>
            </a:r>
            <a:endParaRPr lang="en-US" altLang="en-US"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6B7E5E62-3AF6-56BC-A335-26E5D0B9E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89" y="5134929"/>
            <a:ext cx="737253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800" b="1" dirty="0"/>
              <a:t>Program Studi </a:t>
            </a:r>
            <a:r>
              <a:rPr lang="en-US" altLang="en-US" sz="2800" b="1" dirty="0" err="1"/>
              <a:t>Manajemen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Informatika</a:t>
            </a:r>
            <a:r>
              <a:rPr lang="en-US" altLang="en-US" sz="2800" b="1" dirty="0"/>
              <a:t> </a:t>
            </a:r>
          </a:p>
          <a:p>
            <a:pPr algn="ctr" eaLnBrk="1" hangingPunct="1"/>
            <a:r>
              <a:rPr lang="en-US" altLang="en-US" sz="2800" b="1" dirty="0" err="1"/>
              <a:t>Fakultas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Vokasi</a:t>
            </a:r>
            <a:r>
              <a:rPr lang="en-US" altLang="en-US" sz="2800" b="1" dirty="0"/>
              <a:t> - UNESA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DBD91-5D92-4C80-A6F6-4AC8BB13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Pendahuluan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9A6A0-0029-47C4-97C1-4BB9C600B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945"/>
            <a:ext cx="10515600" cy="4351338"/>
          </a:xfrm>
        </p:spPr>
        <p:txBody>
          <a:bodyPr/>
          <a:lstStyle/>
          <a:p>
            <a:pPr lvl="0"/>
            <a:r>
              <a:rPr lang="en-US" sz="2400" dirty="0"/>
              <a:t>Graf </a:t>
            </a:r>
            <a:r>
              <a:rPr lang="en-US" sz="2400" dirty="0" err="1"/>
              <a:t>umumnya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merepresentasikan</a:t>
            </a:r>
            <a:r>
              <a:rPr lang="en-US" sz="2400" dirty="0"/>
              <a:t> </a:t>
            </a:r>
            <a:r>
              <a:rPr lang="en-US" sz="2400" dirty="0" err="1"/>
              <a:t>objek-objek</a:t>
            </a:r>
            <a:r>
              <a:rPr lang="en-US" sz="2400" dirty="0"/>
              <a:t> </a:t>
            </a:r>
            <a:r>
              <a:rPr lang="en-US" sz="2400" dirty="0" err="1"/>
              <a:t>diskrit</a:t>
            </a:r>
            <a:r>
              <a:rPr lang="en-US" sz="2400" dirty="0"/>
              <a:t> dan </a:t>
            </a:r>
            <a:r>
              <a:rPr lang="en-US" sz="2400" dirty="0" err="1"/>
              <a:t>hubungan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objek-objek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b="1" dirty="0"/>
              <a:t> </a:t>
            </a:r>
          </a:p>
          <a:p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1A8B19B-F0A6-4264-80C4-BF1BD204D3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308688"/>
              </p:ext>
            </p:extLst>
          </p:nvPr>
        </p:nvGraphicFramePr>
        <p:xfrm>
          <a:off x="2064947" y="2253457"/>
          <a:ext cx="8291525" cy="3689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208560" imgH="2830320" progId="">
                  <p:embed/>
                </p:oleObj>
              </mc:Choice>
              <mc:Fallback>
                <p:oleObj r:id="rId2" imgW="6208560" imgH="283032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947" y="2253457"/>
                        <a:ext cx="8291525" cy="3689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5EDF9FF-379A-4CE1-AEC8-958A0003EC74}"/>
              </a:ext>
            </a:extLst>
          </p:cNvPr>
          <p:cNvSpPr/>
          <p:nvPr/>
        </p:nvSpPr>
        <p:spPr>
          <a:xfrm>
            <a:off x="2377440" y="6075641"/>
            <a:ext cx="72237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Gambar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yang </a:t>
            </a:r>
            <a:r>
              <a:rPr lang="en-US" dirty="0" err="1"/>
              <a:t>menyatakan</a:t>
            </a:r>
            <a:r>
              <a:rPr lang="en-US" dirty="0"/>
              <a:t> peta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raya</a:t>
            </a:r>
            <a:r>
              <a:rPr lang="en-US" dirty="0"/>
              <a:t> </a:t>
            </a:r>
          </a:p>
          <a:p>
            <a:pPr lvl="0" algn="ctr"/>
            <a:r>
              <a:rPr lang="en-US" dirty="0"/>
              <a:t>yang </a:t>
            </a:r>
            <a:r>
              <a:rPr lang="en-US" dirty="0" err="1"/>
              <a:t>menghubungkan</a:t>
            </a:r>
            <a:r>
              <a:rPr lang="en-US" dirty="0"/>
              <a:t> </a:t>
            </a:r>
            <a:r>
              <a:rPr lang="en-US" dirty="0" err="1"/>
              <a:t>sejumlah</a:t>
            </a:r>
            <a:r>
              <a:rPr lang="en-US" dirty="0"/>
              <a:t> </a:t>
            </a:r>
            <a:r>
              <a:rPr lang="en-US" dirty="0" err="1"/>
              <a:t>kota</a:t>
            </a:r>
            <a:r>
              <a:rPr lang="en-US" dirty="0"/>
              <a:t> di </a:t>
            </a:r>
            <a:r>
              <a:rPr lang="en-US" dirty="0" err="1"/>
              <a:t>Provinsi</a:t>
            </a:r>
            <a:r>
              <a:rPr lang="en-US" dirty="0"/>
              <a:t> </a:t>
            </a:r>
            <a:r>
              <a:rPr lang="en-US" dirty="0" err="1"/>
              <a:t>Jawa</a:t>
            </a:r>
            <a:r>
              <a:rPr lang="en-US" dirty="0"/>
              <a:t> Tengah.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0527F-C3E9-3D92-030A-0AAAC747B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56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3E2C3-5AD1-42BC-B04A-4A38A3EEE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104"/>
            <a:ext cx="10515600" cy="627189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Sejarah </a:t>
            </a:r>
            <a:r>
              <a:rPr lang="en-US" b="1" dirty="0" err="1"/>
              <a:t>graf</a:t>
            </a:r>
            <a:r>
              <a:rPr lang="en-US" dirty="0"/>
              <a:t>: </a:t>
            </a:r>
            <a:r>
              <a:rPr lang="en-US" dirty="0" err="1"/>
              <a:t>Persoalan</a:t>
            </a:r>
            <a:r>
              <a:rPr lang="en-US" dirty="0"/>
              <a:t> </a:t>
            </a:r>
            <a:r>
              <a:rPr lang="en-US" dirty="0" err="1"/>
              <a:t>jembatan</a:t>
            </a:r>
            <a:r>
              <a:rPr lang="en-US" dirty="0"/>
              <a:t> </a:t>
            </a:r>
            <a:r>
              <a:rPr lang="en-US" dirty="0" err="1"/>
              <a:t>Königsberg</a:t>
            </a:r>
            <a:r>
              <a:rPr lang="en-US" dirty="0"/>
              <a:t> (</a:t>
            </a:r>
            <a:r>
              <a:rPr lang="en-US" dirty="0" err="1"/>
              <a:t>tahun</a:t>
            </a:r>
            <a:r>
              <a:rPr lang="en-US" dirty="0"/>
              <a:t> 1736)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400" dirty="0"/>
              <a:t>Gambar 1. Kiri: </a:t>
            </a:r>
            <a:r>
              <a:rPr lang="en-US" sz="2400" dirty="0" err="1"/>
              <a:t>Jembatan</a:t>
            </a:r>
            <a:r>
              <a:rPr lang="en-US" sz="2400" dirty="0"/>
              <a:t> Königsberg;  Kanan: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persoalan</a:t>
            </a:r>
            <a:r>
              <a:rPr lang="en-US" sz="2400" dirty="0"/>
              <a:t> </a:t>
            </a:r>
            <a:r>
              <a:rPr lang="en-US" sz="2400" dirty="0" err="1"/>
              <a:t>jembatan</a:t>
            </a:r>
            <a:r>
              <a:rPr lang="en-US" sz="2400" dirty="0"/>
              <a:t> Konigsberg</a:t>
            </a:r>
          </a:p>
          <a:p>
            <a:pPr marL="0" indent="0">
              <a:buNone/>
            </a:pPr>
            <a:r>
              <a:rPr lang="en-US" dirty="0"/>
              <a:t>					                        </a:t>
            </a:r>
          </a:p>
          <a:p>
            <a:pPr marL="0" indent="0">
              <a:buNone/>
            </a:pPr>
            <a:r>
              <a:rPr lang="en-US" dirty="0"/>
              <a:t>• Graf yang </a:t>
            </a:r>
            <a:r>
              <a:rPr lang="en-US" dirty="0" err="1"/>
              <a:t>merepresentasikan</a:t>
            </a:r>
            <a:r>
              <a:rPr lang="en-US" dirty="0"/>
              <a:t> </a:t>
            </a:r>
            <a:r>
              <a:rPr lang="en-US" dirty="0" err="1"/>
              <a:t>jembatan</a:t>
            </a:r>
            <a:r>
              <a:rPr lang="en-US" dirty="0"/>
              <a:t> </a:t>
            </a:r>
            <a:r>
              <a:rPr lang="en-US" dirty="0" err="1"/>
              <a:t>Königsberg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Simpul</a:t>
            </a:r>
            <a:r>
              <a:rPr lang="en-US" dirty="0"/>
              <a:t> (</a:t>
            </a:r>
            <a:r>
              <a:rPr lang="en-US" i="1" dirty="0"/>
              <a:t>vertex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daratan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Sisi</a:t>
            </a:r>
            <a:r>
              <a:rPr lang="en-US" dirty="0"/>
              <a:t> (</a:t>
            </a:r>
            <a:r>
              <a:rPr lang="en-US" i="1" dirty="0"/>
              <a:t>edge</a:t>
            </a:r>
            <a:r>
              <a:rPr lang="en-US" dirty="0"/>
              <a:t>)	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jembatan</a:t>
            </a:r>
            <a:endParaRPr lang="en-US" dirty="0"/>
          </a:p>
          <a:p>
            <a:pPr marL="4281488" indent="-4281488">
              <a:buNone/>
            </a:pPr>
            <a:r>
              <a:rPr lang="en-US" dirty="0"/>
              <a:t>   </a:t>
            </a:r>
            <a:r>
              <a:rPr lang="en-US" dirty="0" err="1"/>
              <a:t>Persoalan</a:t>
            </a:r>
            <a:r>
              <a:rPr lang="en-US" dirty="0"/>
              <a:t> </a:t>
            </a:r>
            <a:r>
              <a:rPr lang="en-US" dirty="0" err="1"/>
              <a:t>jembatan</a:t>
            </a:r>
            <a:r>
              <a:rPr lang="en-US" dirty="0"/>
              <a:t> Konigsberg:  </a:t>
            </a:r>
            <a:r>
              <a:rPr lang="en-US" dirty="0" err="1"/>
              <a:t>Bisakah</a:t>
            </a:r>
            <a:r>
              <a:rPr lang="en-US" dirty="0"/>
              <a:t> orang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jembatan</a:t>
            </a:r>
            <a:r>
              <a:rPr lang="en-US" dirty="0"/>
              <a:t>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 dan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semula</a:t>
            </a:r>
            <a:r>
              <a:rPr lang="en-US" dirty="0"/>
              <a:t>?</a:t>
            </a:r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532B5AEB-F394-4CF2-94FF-39B0E4AD5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122" y="1036321"/>
            <a:ext cx="5852160" cy="272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23D0B77-5CBE-4A25-8219-A5D94F41D6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785228"/>
              </p:ext>
            </p:extLst>
          </p:nvPr>
        </p:nvGraphicFramePr>
        <p:xfrm>
          <a:off x="8248140" y="1139912"/>
          <a:ext cx="2684020" cy="2722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29280" imgH="1662120" progId="">
                  <p:embed/>
                </p:oleObj>
              </mc:Choice>
              <mc:Fallback>
                <p:oleObj r:id="rId3" imgW="1529280" imgH="166212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8140" y="1139912"/>
                        <a:ext cx="2684020" cy="2722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E8E41-A979-ACC6-77F2-1BAC205D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28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Slide Number Placeholder 4">
            <a:extLst>
              <a:ext uri="{FF2B5EF4-FFF2-40B4-BE49-F238E27FC236}">
                <a16:creationId xmlns:a16="http://schemas.microsoft.com/office/drawing/2014/main" id="{1B5BE167-96A3-4CA7-96EE-CC8A66523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5A43DEA-95DF-47D8-9628-681D9BF52E2E}" type="slidenum">
              <a:rPr lang="en-GB" altLang="en-US" sz="1400"/>
              <a:pPr eaLnBrk="1" hangingPunct="1"/>
              <a:t>4</a:t>
            </a:fld>
            <a:endParaRPr lang="en-GB" altLang="en-US" sz="1400"/>
          </a:p>
        </p:txBody>
      </p:sp>
      <p:pic>
        <p:nvPicPr>
          <p:cNvPr id="80900" name="Picture 2">
            <a:extLst>
              <a:ext uri="{FF2B5EF4-FFF2-40B4-BE49-F238E27FC236}">
                <a16:creationId xmlns:a16="http://schemas.microsoft.com/office/drawing/2014/main" id="{F37B8963-AC6A-4207-82E2-7E27767A9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142874"/>
            <a:ext cx="4000500" cy="307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1" name="Picture 3">
            <a:extLst>
              <a:ext uri="{FF2B5EF4-FFF2-40B4-BE49-F238E27FC236}">
                <a16:creationId xmlns:a16="http://schemas.microsoft.com/office/drawing/2014/main" id="{B9EE189F-4105-44FF-9A5B-857DF26D4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50030"/>
            <a:ext cx="22860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2" name="TextBox 7">
            <a:extLst>
              <a:ext uri="{FF2B5EF4-FFF2-40B4-BE49-F238E27FC236}">
                <a16:creationId xmlns:a16="http://schemas.microsoft.com/office/drawing/2014/main" id="{1BEF756E-3019-4A7A-9382-DB53790DB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1787" y="3146425"/>
            <a:ext cx="38576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000" dirty="0">
                <a:solidFill>
                  <a:srgbClr val="050507"/>
                </a:solidFill>
              </a:rPr>
              <a:t>Leonhard Euler</a:t>
            </a:r>
          </a:p>
          <a:p>
            <a:pPr algn="ctr" eaLnBrk="1" hangingPunct="1"/>
            <a:r>
              <a:rPr lang="en-US" altLang="en-US" sz="2000" dirty="0">
                <a:solidFill>
                  <a:srgbClr val="050507"/>
                </a:solidFill>
              </a:rPr>
              <a:t>15 April 1707 – 18 September 1783</a:t>
            </a:r>
          </a:p>
        </p:txBody>
      </p:sp>
      <p:sp>
        <p:nvSpPr>
          <p:cNvPr id="80903" name="TextBox 8">
            <a:extLst>
              <a:ext uri="{FF2B5EF4-FFF2-40B4-BE49-F238E27FC236}">
                <a16:creationId xmlns:a16="http://schemas.microsoft.com/office/drawing/2014/main" id="{7ECB3E36-8289-435C-A273-958E3A898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582" y="3269457"/>
            <a:ext cx="30686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050507"/>
                </a:solidFill>
              </a:rPr>
              <a:t>Konigsberg Bridge Problem</a:t>
            </a:r>
          </a:p>
        </p:txBody>
      </p:sp>
      <p:pic>
        <p:nvPicPr>
          <p:cNvPr id="3" name="Picture 2" descr="A black and white drawing of a connection&#10;&#10;Description automatically generated">
            <a:extLst>
              <a:ext uri="{FF2B5EF4-FFF2-40B4-BE49-F238E27FC236}">
                <a16:creationId xmlns:a16="http://schemas.microsoft.com/office/drawing/2014/main" id="{2DA09E81-F84D-48D1-9F3F-643E89E327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987" y="3951968"/>
            <a:ext cx="6219520" cy="22570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14D30-D0F3-4662-B634-05AD64DC0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Definisi</a:t>
            </a:r>
            <a:r>
              <a:rPr lang="en-US" b="1" dirty="0">
                <a:latin typeface="+mn-lt"/>
              </a:rPr>
              <a:t> Graf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2F152-E2F0-435A-A4AD-11D9663B4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Graf </a:t>
            </a:r>
            <a:r>
              <a:rPr lang="en-US" i="1" dirty="0"/>
              <a:t>G</a:t>
            </a:r>
            <a:r>
              <a:rPr lang="en-US" dirty="0"/>
              <a:t> </a:t>
            </a:r>
            <a:r>
              <a:rPr lang="en-US" dirty="0" err="1"/>
              <a:t>didefinisikan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i="1" dirty="0"/>
              <a:t>G</a:t>
            </a:r>
            <a:r>
              <a:rPr lang="en-US" dirty="0"/>
              <a:t> = (</a:t>
            </a:r>
            <a:r>
              <a:rPr lang="en-US" i="1" dirty="0"/>
              <a:t>V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dirty="0"/>
              <a:t>), yang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i="1" dirty="0"/>
              <a:t>V</a:t>
            </a:r>
            <a:r>
              <a:rPr lang="en-US" dirty="0"/>
              <a:t>  	=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tidak-kosong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simpul-simpul</a:t>
            </a:r>
            <a:r>
              <a:rPr lang="en-US" dirty="0"/>
              <a:t> (</a:t>
            </a:r>
            <a:r>
              <a:rPr lang="en-US" i="1" dirty="0"/>
              <a:t>vertices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	= { </a:t>
            </a:r>
            <a:r>
              <a:rPr lang="en-US" i="1" dirty="0"/>
              <a:t>v</a:t>
            </a:r>
            <a:r>
              <a:rPr lang="en-US" baseline="-25000" dirty="0"/>
              <a:t>1</a:t>
            </a:r>
            <a:r>
              <a:rPr lang="en-US" dirty="0"/>
              <a:t> , </a:t>
            </a:r>
            <a:r>
              <a:rPr lang="en-US" i="1" dirty="0"/>
              <a:t>v</a:t>
            </a:r>
            <a:r>
              <a:rPr lang="en-US" baseline="-25000" dirty="0"/>
              <a:t>2</a:t>
            </a:r>
            <a:r>
              <a:rPr lang="en-US" dirty="0"/>
              <a:t> , ... , </a:t>
            </a:r>
            <a:r>
              <a:rPr lang="en-US" i="1" dirty="0" err="1"/>
              <a:t>v</a:t>
            </a:r>
            <a:r>
              <a:rPr lang="en-US" i="1" baseline="-25000" dirty="0" err="1"/>
              <a:t>n</a:t>
            </a: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               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Himpunan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V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tidak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boleh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kosong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,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artinya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graf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000" b="1" u="sng" dirty="0" err="1">
                <a:solidFill>
                  <a:srgbClr val="FF0000"/>
                </a:solidFill>
                <a:sym typeface="Symbol" panose="05050102010706020507" pitchFamily="18" charset="2"/>
              </a:rPr>
              <a:t>tidak</a:t>
            </a:r>
            <a:r>
              <a:rPr lang="en-US" sz="2000" b="1" u="sng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000" b="1" u="sng" dirty="0" err="1">
                <a:solidFill>
                  <a:srgbClr val="FF0000"/>
                </a:solidFill>
                <a:sym typeface="Symbol" panose="05050102010706020507" pitchFamily="18" charset="2"/>
              </a:rPr>
              <a:t>boleh</a:t>
            </a:r>
            <a:r>
              <a:rPr lang="en-US" sz="2000" b="1" u="sng" dirty="0">
                <a:solidFill>
                  <a:srgbClr val="FF0000"/>
                </a:solidFill>
                <a:sym typeface="Symbol" panose="05050102010706020507" pitchFamily="18" charset="2"/>
              </a:rPr>
              <a:t> 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tidak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mengandung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simpul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i="1" dirty="0"/>
              <a:t> </a:t>
            </a:r>
          </a:p>
          <a:p>
            <a:pPr marL="0" indent="0">
              <a:buNone/>
            </a:pPr>
            <a:r>
              <a:rPr lang="en-US" i="1" dirty="0"/>
              <a:t>       E</a:t>
            </a:r>
            <a:r>
              <a:rPr lang="en-US" dirty="0"/>
              <a:t> 	=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 (</a:t>
            </a:r>
            <a:r>
              <a:rPr lang="en-US" i="1" dirty="0"/>
              <a:t>edges</a:t>
            </a:r>
            <a:r>
              <a:rPr lang="en-US" dirty="0"/>
              <a:t>) yang </a:t>
            </a:r>
            <a:r>
              <a:rPr lang="en-US" dirty="0" err="1"/>
              <a:t>menghubungkan</a:t>
            </a:r>
            <a:r>
              <a:rPr lang="en-US" dirty="0"/>
              <a:t> </a:t>
            </a:r>
            <a:r>
              <a:rPr lang="en-US" dirty="0" err="1"/>
              <a:t>sepasang</a:t>
            </a:r>
            <a:r>
              <a:rPr lang="en-US" dirty="0"/>
              <a:t>   </a:t>
            </a:r>
            <a:r>
              <a:rPr lang="en-US" dirty="0" err="1"/>
              <a:t>simpul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= {</a:t>
            </a:r>
            <a:r>
              <a:rPr lang="en-US" i="1" dirty="0"/>
              <a:t>e</a:t>
            </a:r>
            <a:r>
              <a:rPr lang="en-US" baseline="-25000" dirty="0"/>
              <a:t>1</a:t>
            </a:r>
            <a:r>
              <a:rPr lang="en-US" dirty="0"/>
              <a:t> , </a:t>
            </a:r>
            <a:r>
              <a:rPr lang="en-US" i="1" dirty="0"/>
              <a:t>e</a:t>
            </a:r>
            <a:r>
              <a:rPr lang="en-US" baseline="-25000" dirty="0"/>
              <a:t>2</a:t>
            </a:r>
            <a:r>
              <a:rPr lang="en-US" dirty="0"/>
              <a:t> , ... , </a:t>
            </a:r>
            <a:r>
              <a:rPr lang="en-US" i="1" dirty="0" err="1"/>
              <a:t>e</a:t>
            </a:r>
            <a:r>
              <a:rPr lang="en-US" i="1" baseline="-25000" dirty="0" err="1"/>
              <a:t>n</a:t>
            </a: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           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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Himpunan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E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boleh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kosong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,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artinya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graf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000" b="1" u="sng" dirty="0" err="1">
                <a:solidFill>
                  <a:srgbClr val="FF0000"/>
                </a:solidFill>
                <a:sym typeface="Symbol" panose="05050102010706020507" pitchFamily="18" charset="2"/>
              </a:rPr>
              <a:t>boleh</a:t>
            </a:r>
            <a:r>
              <a:rPr lang="en-US" sz="2000" u="sng" dirty="0">
                <a:solidFill>
                  <a:srgbClr val="FF0000"/>
                </a:solidFill>
                <a:sym typeface="Symbol" panose="05050102010706020507" pitchFamily="18" charset="2"/>
              </a:rPr>
              <a:t> 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tidak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mengandung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sisi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satu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buah</a:t>
            </a:r>
            <a:r>
              <a:rPr 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pun.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A03AD-D7A3-13A5-AF0F-C4F774DA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96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Slide Number Placeholder 5">
            <a:extLst>
              <a:ext uri="{FF2B5EF4-FFF2-40B4-BE49-F238E27FC236}">
                <a16:creationId xmlns:a16="http://schemas.microsoft.com/office/drawing/2014/main" id="{C8584CFD-A22F-431A-BC02-22DA93FA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1F4FCC-5875-4860-80D6-EA0BA895BF37}" type="slidenum">
              <a:rPr lang="en-GB" altLang="en-US" sz="1400"/>
              <a:pPr eaLnBrk="1" hangingPunct="1"/>
              <a:t>6</a:t>
            </a:fld>
            <a:endParaRPr lang="en-GB" altLang="en-US" sz="1400"/>
          </a:p>
        </p:txBody>
      </p:sp>
      <p:graphicFrame>
        <p:nvGraphicFramePr>
          <p:cNvPr id="4098" name="Object 6">
            <a:extLst>
              <a:ext uri="{FF2B5EF4-FFF2-40B4-BE49-F238E27FC236}">
                <a16:creationId xmlns:a16="http://schemas.microsoft.com/office/drawing/2014/main" id="{698104DB-DFDE-4C18-825A-BD980B6A23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521548"/>
              </p:ext>
            </p:extLst>
          </p:nvPr>
        </p:nvGraphicFramePr>
        <p:xfrm>
          <a:off x="2301241" y="-438494"/>
          <a:ext cx="6873239" cy="7159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5715360" progId="Word.Document.8">
                  <p:embed/>
                </p:oleObj>
              </mc:Choice>
              <mc:Fallback>
                <p:oleObj name="Document" r:id="rId2" imgW="5486400" imgH="5715360" progId="Word.Document.8">
                  <p:embed/>
                  <p:pic>
                    <p:nvPicPr>
                      <p:cNvPr id="4098" name="Object 6">
                        <a:extLst>
                          <a:ext uri="{FF2B5EF4-FFF2-40B4-BE49-F238E27FC236}">
                            <a16:creationId xmlns:a16="http://schemas.microsoft.com/office/drawing/2014/main" id="{698104DB-DFDE-4C18-825A-BD980B6A23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241" y="-438494"/>
                        <a:ext cx="6873239" cy="71599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E23B27E5-1246-4C18-A0FF-9DCF4660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55E9D6D-2EDA-42D6-A3CE-D7D0D9F38D41}" type="slidenum">
              <a:rPr lang="en-GB" altLang="en-US" sz="1400"/>
              <a:pPr eaLnBrk="1" hangingPunct="1"/>
              <a:t>7</a:t>
            </a:fld>
            <a:endParaRPr lang="en-GB" altLang="en-US" sz="1400"/>
          </a:p>
        </p:txBody>
      </p:sp>
      <p:graphicFrame>
        <p:nvGraphicFramePr>
          <p:cNvPr id="5122" name="Object 4">
            <a:extLst>
              <a:ext uri="{FF2B5EF4-FFF2-40B4-BE49-F238E27FC236}">
                <a16:creationId xmlns:a16="http://schemas.microsoft.com/office/drawing/2014/main" id="{123745FD-E468-44A5-B1B0-7976199B13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136525"/>
          <a:ext cx="7772400" cy="605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4271400" progId="Word.Document.8">
                  <p:embed/>
                </p:oleObj>
              </mc:Choice>
              <mc:Fallback>
                <p:oleObj name="Document" r:id="rId2" imgW="5486400" imgH="4271400" progId="Word.Document.8">
                  <p:embed/>
                  <p:pic>
                    <p:nvPicPr>
                      <p:cNvPr id="5122" name="Object 4">
                        <a:extLst>
                          <a:ext uri="{FF2B5EF4-FFF2-40B4-BE49-F238E27FC236}">
                            <a16:creationId xmlns:a16="http://schemas.microsoft.com/office/drawing/2014/main" id="{123745FD-E468-44A5-B1B0-7976199B13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36525"/>
                        <a:ext cx="7772400" cy="605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1441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DFAB4-A7FC-4FB7-AA5B-C0E6434A3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Jenis-jenis</a:t>
            </a:r>
            <a:r>
              <a:rPr lang="en-US" b="1" dirty="0">
                <a:latin typeface="+mn-lt"/>
              </a:rPr>
              <a:t> Graf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32677-BAB2-4B63-B249-46FC42DB2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AU" dirty="0" err="1"/>
              <a:t>Berdasarkan</a:t>
            </a:r>
            <a:r>
              <a:rPr lang="en-AU" dirty="0"/>
              <a:t> </a:t>
            </a:r>
            <a:r>
              <a:rPr lang="en-AU" dirty="0" err="1"/>
              <a:t>ada</a:t>
            </a:r>
            <a:r>
              <a:rPr lang="en-AU" dirty="0"/>
              <a:t> </a:t>
            </a:r>
            <a:r>
              <a:rPr lang="en-AU" dirty="0" err="1"/>
              <a:t>tidaknya</a:t>
            </a:r>
            <a:r>
              <a:rPr lang="en-AU" dirty="0"/>
              <a:t> </a:t>
            </a:r>
            <a:r>
              <a:rPr lang="en-AU" dirty="0" err="1"/>
              <a:t>gelang</a:t>
            </a:r>
            <a:r>
              <a:rPr lang="en-AU" dirty="0"/>
              <a:t> </a:t>
            </a:r>
            <a:r>
              <a:rPr lang="en-AU" dirty="0" err="1"/>
              <a:t>atau</a:t>
            </a:r>
            <a:r>
              <a:rPr lang="en-AU" dirty="0"/>
              <a:t> </a:t>
            </a:r>
            <a:r>
              <a:rPr lang="en-AU" dirty="0" err="1"/>
              <a:t>sisi</a:t>
            </a:r>
            <a:r>
              <a:rPr lang="en-AU" dirty="0"/>
              <a:t> </a:t>
            </a:r>
            <a:r>
              <a:rPr lang="en-AU" dirty="0" err="1"/>
              <a:t>ganda</a:t>
            </a:r>
            <a:r>
              <a:rPr lang="en-AU" dirty="0"/>
              <a:t> di </a:t>
            </a:r>
            <a:r>
              <a:rPr lang="en-AU" dirty="0" err="1"/>
              <a:t>dalam</a:t>
            </a:r>
            <a:r>
              <a:rPr lang="en-AU" dirty="0"/>
              <a:t> </a:t>
            </a:r>
            <a:r>
              <a:rPr lang="en-AU" dirty="0" err="1"/>
              <a:t>graf</a:t>
            </a:r>
            <a:r>
              <a:rPr lang="en-AU" dirty="0"/>
              <a:t>, </a:t>
            </a:r>
            <a:r>
              <a:rPr lang="en-AU" dirty="0" err="1"/>
              <a:t>maka</a:t>
            </a:r>
            <a:r>
              <a:rPr lang="en-AU" dirty="0"/>
              <a:t> </a:t>
            </a:r>
            <a:r>
              <a:rPr lang="en-AU" dirty="0" err="1"/>
              <a:t>graf</a:t>
            </a:r>
            <a:r>
              <a:rPr lang="en-AU" dirty="0"/>
              <a:t> </a:t>
            </a:r>
            <a:r>
              <a:rPr lang="en-AU" dirty="0" err="1"/>
              <a:t>digolongkan</a:t>
            </a:r>
            <a:r>
              <a:rPr lang="en-AU" dirty="0"/>
              <a:t> </a:t>
            </a:r>
            <a:r>
              <a:rPr lang="en-AU" dirty="0" err="1"/>
              <a:t>menjadi</a:t>
            </a:r>
            <a:r>
              <a:rPr lang="en-AU" dirty="0"/>
              <a:t> dua </a:t>
            </a:r>
            <a:r>
              <a:rPr lang="en-AU" dirty="0" err="1"/>
              <a:t>macam</a:t>
            </a:r>
            <a:r>
              <a:rPr lang="en-AU" dirty="0"/>
              <a:t>:</a:t>
            </a:r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Graf </a:t>
            </a:r>
            <a:r>
              <a:rPr lang="en-US" b="1" dirty="0" err="1"/>
              <a:t>sederhana</a:t>
            </a:r>
            <a:r>
              <a:rPr lang="en-US" dirty="0"/>
              <a:t> (</a:t>
            </a:r>
            <a:r>
              <a:rPr lang="en-US" i="1" dirty="0"/>
              <a:t>simple graph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Graf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/>
              <a:t>gelang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ganda</a:t>
            </a:r>
            <a:r>
              <a:rPr lang="en-US" dirty="0"/>
              <a:t> </a:t>
            </a:r>
            <a:r>
              <a:rPr lang="en-US" dirty="0" err="1"/>
              <a:t>dinamakan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3CCD40-0487-4470-B99B-8D8DABE2A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705" y="4425315"/>
            <a:ext cx="6029082" cy="194564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AE7E6-94B1-5A43-86E6-42C280B8C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95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FBAFB-F0DB-46F4-9606-76EECC674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2138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Graf </a:t>
            </a:r>
            <a:r>
              <a:rPr lang="en-US" b="1" dirty="0" err="1"/>
              <a:t>tak-sederhana</a:t>
            </a:r>
            <a:r>
              <a:rPr lang="en-US" dirty="0"/>
              <a:t> (</a:t>
            </a:r>
            <a:r>
              <a:rPr lang="en-US" i="1" dirty="0" err="1"/>
              <a:t>unsimple</a:t>
            </a:r>
            <a:r>
              <a:rPr lang="en-US" i="1" dirty="0"/>
              <a:t>-graph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Graf yang 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ganda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gelang</a:t>
            </a:r>
            <a:r>
              <a:rPr lang="en-US" dirty="0"/>
              <a:t> </a:t>
            </a:r>
            <a:r>
              <a:rPr lang="en-US" dirty="0" err="1"/>
              <a:t>dinamakan</a:t>
            </a:r>
            <a:r>
              <a:rPr lang="en-US" dirty="0"/>
              <a:t> 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tak-sederhana</a:t>
            </a:r>
            <a:r>
              <a:rPr lang="en-US" dirty="0"/>
              <a:t> (</a:t>
            </a:r>
            <a:r>
              <a:rPr lang="en-US" i="1" dirty="0" err="1"/>
              <a:t>unsimple</a:t>
            </a:r>
            <a:r>
              <a:rPr lang="en-US" i="1" dirty="0"/>
              <a:t> graph</a:t>
            </a:r>
            <a:r>
              <a:rPr lang="en-US" dirty="0"/>
              <a:t>).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129B3B-86BE-410C-83BE-AC5169480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246" y="2875784"/>
            <a:ext cx="2017713" cy="1914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247AA8-392A-4C3B-9F1C-A777C4E98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825" y="2818821"/>
            <a:ext cx="5067300" cy="2028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D1BC0D-B4F6-4AE8-9CF3-507DA0995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894" y="2359419"/>
            <a:ext cx="3158172" cy="294762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F4B89-E31B-5817-D281-FC17F4319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11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C10C2-9D30-40C3-B4AA-0BC2F33AC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80" y="640080"/>
            <a:ext cx="10515600" cy="52628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Graf </a:t>
            </a:r>
            <a:r>
              <a:rPr lang="en-US" dirty="0" err="1"/>
              <a:t>tak-sederhana</a:t>
            </a:r>
            <a:r>
              <a:rPr lang="en-US" dirty="0"/>
              <a:t> </a:t>
            </a:r>
            <a:r>
              <a:rPr lang="en-US" dirty="0" err="1"/>
              <a:t>dibedakan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en-US" dirty="0"/>
              <a:t>Graf </a:t>
            </a:r>
            <a:r>
              <a:rPr lang="en-US" dirty="0" err="1"/>
              <a:t>ganda</a:t>
            </a:r>
            <a:r>
              <a:rPr lang="en-US" dirty="0"/>
              <a:t> (</a:t>
            </a:r>
            <a:r>
              <a:rPr lang="en-US" i="1" dirty="0"/>
              <a:t>multi-graph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  Graf 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ganda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Graf </a:t>
            </a:r>
            <a:r>
              <a:rPr lang="en-US" dirty="0" err="1"/>
              <a:t>semu</a:t>
            </a:r>
            <a:r>
              <a:rPr lang="en-US" dirty="0"/>
              <a:t> (</a:t>
            </a:r>
            <a:r>
              <a:rPr lang="en-US" i="1" dirty="0"/>
              <a:t>pseudo-graph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 Graf 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gelang</a:t>
            </a:r>
            <a:r>
              <a:rPr lang="en-US" dirty="0"/>
              <a:t>	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11DE9-6E10-433E-ADA7-634CE67BD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329" y="1585630"/>
            <a:ext cx="1693545" cy="1885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29F34B-35CA-4DA7-95EE-397CAB88B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668" y="1809125"/>
            <a:ext cx="1639252" cy="14646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0E492B-D9A6-4B2A-8F0A-2F428C737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698" y="1597047"/>
            <a:ext cx="1861960" cy="1510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2D08AC-D8FA-49DC-BA1F-BBBCE14B3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7963" y="4320540"/>
            <a:ext cx="2200275" cy="2362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387846-2870-45FE-AD70-2D64A42E27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5204" y="4672539"/>
            <a:ext cx="1963036" cy="1666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E052E1-9C64-4675-8C53-F2D9520702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8020" y="4469104"/>
            <a:ext cx="2715768" cy="226314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CDE8E61-5FF5-49E1-A865-77270505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11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hain, necklace&#10;&#10;Description automatically generated">
            <a:extLst>
              <a:ext uri="{FF2B5EF4-FFF2-40B4-BE49-F238E27FC236}">
                <a16:creationId xmlns:a16="http://schemas.microsoft.com/office/drawing/2014/main" id="{693A751C-61D8-469D-8E19-C4E81FD53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317" y="473392"/>
            <a:ext cx="6519228" cy="23016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F2C618-3CC4-40BE-B587-FA9E62126852}"/>
              </a:ext>
            </a:extLst>
          </p:cNvPr>
          <p:cNvSpPr txBox="1"/>
          <p:nvPr/>
        </p:nvSpPr>
        <p:spPr>
          <a:xfrm>
            <a:off x="9578683" y="1341120"/>
            <a:ext cx="1840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: Wolfram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8BDB8C-6284-4E5B-9FA6-20BD8F479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233" y="3429000"/>
            <a:ext cx="7153450" cy="24158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A6B851-0C0A-42B7-973A-5EEE4E3DB496}"/>
              </a:ext>
            </a:extLst>
          </p:cNvPr>
          <p:cNvSpPr txBox="1"/>
          <p:nvPr/>
        </p:nvSpPr>
        <p:spPr>
          <a:xfrm>
            <a:off x="3200400" y="5844858"/>
            <a:ext cx="162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Graf </a:t>
            </a:r>
            <a:r>
              <a:rPr lang="en-US" dirty="0" err="1"/>
              <a:t>sederhana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8EE82-AD7F-4EBE-8113-1BF31F596EB8}"/>
              </a:ext>
            </a:extLst>
          </p:cNvPr>
          <p:cNvSpPr txBox="1"/>
          <p:nvPr/>
        </p:nvSpPr>
        <p:spPr>
          <a:xfrm>
            <a:off x="5760720" y="5844858"/>
            <a:ext cx="1208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Graf </a:t>
            </a:r>
            <a:r>
              <a:rPr lang="en-US" dirty="0" err="1"/>
              <a:t>ganda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581131-CAE8-47B4-8514-F2E249E72CF6}"/>
              </a:ext>
            </a:extLst>
          </p:cNvPr>
          <p:cNvSpPr txBox="1"/>
          <p:nvPr/>
        </p:nvSpPr>
        <p:spPr>
          <a:xfrm>
            <a:off x="7903170" y="5844858"/>
            <a:ext cx="1149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Graf </a:t>
            </a:r>
            <a:r>
              <a:rPr lang="en-US" dirty="0" err="1"/>
              <a:t>semu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E3010-EB6E-8EE7-2781-BFD08E3F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726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DD4C3-ADFF-432C-9516-4984F321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487680"/>
            <a:ext cx="10952480" cy="5303203"/>
          </a:xfrm>
        </p:spPr>
        <p:txBody>
          <a:bodyPr/>
          <a:lstStyle/>
          <a:p>
            <a:pPr marL="0" lvl="0" indent="0">
              <a:buNone/>
            </a:pP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orientasi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pada </a:t>
            </a:r>
            <a:r>
              <a:rPr lang="en-US" dirty="0" err="1"/>
              <a:t>sisi</a:t>
            </a:r>
            <a:r>
              <a:rPr lang="en-US" dirty="0"/>
              <a:t>, </a:t>
            </a:r>
            <a:r>
              <a:rPr lang="en-US" dirty="0" err="1"/>
              <a:t>graf</a:t>
            </a:r>
            <a:r>
              <a:rPr lang="en-US" dirty="0"/>
              <a:t>  </a:t>
            </a:r>
            <a:r>
              <a:rPr lang="en-US" dirty="0" err="1"/>
              <a:t>dibedakan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2 </a:t>
            </a:r>
            <a:r>
              <a:rPr lang="en-US" dirty="0" err="1"/>
              <a:t>jenis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1.  </a:t>
            </a:r>
            <a:r>
              <a:rPr lang="en-US" b="1" dirty="0"/>
              <a:t>Graf</a:t>
            </a:r>
            <a:r>
              <a:rPr lang="en-US" dirty="0"/>
              <a:t> </a:t>
            </a:r>
            <a:r>
              <a:rPr lang="en-US" b="1" dirty="0" err="1"/>
              <a:t>tak-berarah</a:t>
            </a:r>
            <a:r>
              <a:rPr lang="en-US" dirty="0"/>
              <a:t> (</a:t>
            </a:r>
            <a:r>
              <a:rPr lang="en-US" i="1" dirty="0"/>
              <a:t>undirected graph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sz="2400" dirty="0"/>
              <a:t>Graf yang </a:t>
            </a:r>
            <a:r>
              <a:rPr lang="en-US" sz="2400" dirty="0" err="1"/>
              <a:t>sisinya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mempunyai</a:t>
            </a:r>
            <a:r>
              <a:rPr lang="en-US" sz="2400" dirty="0"/>
              <a:t> </a:t>
            </a:r>
            <a:r>
              <a:rPr lang="en-US" sz="2400" dirty="0" err="1"/>
              <a:t>orientasi</a:t>
            </a:r>
            <a:r>
              <a:rPr lang="en-US" sz="2400" dirty="0"/>
              <a:t> </a:t>
            </a:r>
            <a:r>
              <a:rPr lang="en-US" sz="2400" dirty="0" err="1"/>
              <a:t>arah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tak-berarah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 </a:t>
            </a:r>
            <a:r>
              <a:rPr lang="en-US" b="1" dirty="0"/>
              <a:t>Graf </a:t>
            </a:r>
            <a:r>
              <a:rPr lang="en-US" b="1" dirty="0" err="1"/>
              <a:t>berarah</a:t>
            </a:r>
            <a:r>
              <a:rPr lang="en-US" dirty="0"/>
              <a:t> (</a:t>
            </a:r>
            <a:r>
              <a:rPr lang="en-US" i="1" dirty="0"/>
              <a:t>directed graph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digraph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sz="2400" dirty="0"/>
              <a:t>Graf yang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sisinya</a:t>
            </a:r>
            <a:r>
              <a:rPr lang="en-US" sz="2400" dirty="0"/>
              <a:t> </a:t>
            </a:r>
            <a:r>
              <a:rPr lang="en-US" sz="2400" dirty="0" err="1"/>
              <a:t>diberikan</a:t>
            </a:r>
            <a:r>
              <a:rPr lang="en-US" sz="2400" dirty="0"/>
              <a:t> </a:t>
            </a:r>
            <a:r>
              <a:rPr lang="en-US" sz="2400" dirty="0" err="1"/>
              <a:t>orientasi</a:t>
            </a:r>
            <a:r>
              <a:rPr lang="en-US" sz="2400" dirty="0"/>
              <a:t> </a:t>
            </a:r>
            <a:r>
              <a:rPr lang="en-US" sz="2400" dirty="0" err="1"/>
              <a:t>arah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berarah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F808D3-F549-4708-B651-0E509D41B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642" y="2157730"/>
            <a:ext cx="7000875" cy="1790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52623F-44D0-4F88-AF9F-519411EC1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970" y="4921409"/>
            <a:ext cx="3261458" cy="1886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111692-219E-4883-AF90-76E7306FB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762" y="4988083"/>
            <a:ext cx="2332038" cy="1819617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95E2BE3-9818-4DF6-AFE1-1E468C94C0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626305"/>
              </p:ext>
            </p:extLst>
          </p:nvPr>
        </p:nvGraphicFramePr>
        <p:xfrm>
          <a:off x="7501255" y="4916038"/>
          <a:ext cx="3987383" cy="1886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036960" imgH="1436760" progId="">
                  <p:embed/>
                </p:oleObj>
              </mc:Choice>
              <mc:Fallback>
                <p:oleObj r:id="rId5" imgW="3036960" imgH="143676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1255" y="4916038"/>
                        <a:ext cx="3987383" cy="18862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DE85A3-67FE-F103-A2FC-FAA06E40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59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necklace hanging on a wall&#10;&#10;Description automatically generated">
            <a:extLst>
              <a:ext uri="{FF2B5EF4-FFF2-40B4-BE49-F238E27FC236}">
                <a16:creationId xmlns:a16="http://schemas.microsoft.com/office/drawing/2014/main" id="{986BB6D2-E104-46C1-8F34-C487CD726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949" y="1283970"/>
            <a:ext cx="6794303" cy="28917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97C032-A973-474E-BD30-A891A85FA2B2}"/>
              </a:ext>
            </a:extLst>
          </p:cNvPr>
          <p:cNvSpPr txBox="1"/>
          <p:nvPr/>
        </p:nvSpPr>
        <p:spPr>
          <a:xfrm>
            <a:off x="2895600" y="43688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G1 :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tak-berarah</a:t>
            </a:r>
            <a:r>
              <a:rPr lang="en-US" sz="2400" dirty="0"/>
              <a:t>;       G2 : Graf </a:t>
            </a:r>
            <a:r>
              <a:rPr lang="en-US" sz="2400" dirty="0" err="1"/>
              <a:t>berarah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6CD6D-E799-D2EF-6E81-A5A5D1AF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50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Slide Number Placeholder 5">
            <a:extLst>
              <a:ext uri="{FF2B5EF4-FFF2-40B4-BE49-F238E27FC236}">
                <a16:creationId xmlns:a16="http://schemas.microsoft.com/office/drawing/2014/main" id="{A2652EFE-6F55-4CD6-99D1-5BA01F31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A42B98A-1E8A-49FD-B76A-8BA27E8469A7}" type="slidenum">
              <a:rPr lang="en-GB" altLang="en-US" sz="1400"/>
              <a:pPr eaLnBrk="1" hangingPunct="1"/>
              <a:t>14</a:t>
            </a:fld>
            <a:endParaRPr lang="en-GB" altLang="en-US" sz="1400"/>
          </a:p>
        </p:txBody>
      </p:sp>
      <p:graphicFrame>
        <p:nvGraphicFramePr>
          <p:cNvPr id="8194" name="Object 4">
            <a:extLst>
              <a:ext uri="{FF2B5EF4-FFF2-40B4-BE49-F238E27FC236}">
                <a16:creationId xmlns:a16="http://schemas.microsoft.com/office/drawing/2014/main" id="{918B0FC6-6287-42A9-8B1A-494BFAA80A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018368"/>
              </p:ext>
            </p:extLst>
          </p:nvPr>
        </p:nvGraphicFramePr>
        <p:xfrm>
          <a:off x="1674813" y="907098"/>
          <a:ext cx="8459787" cy="434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3860" imgH="2826446" progId="Word.Document.8">
                  <p:embed/>
                </p:oleObj>
              </mc:Choice>
              <mc:Fallback>
                <p:oleObj name="Document" r:id="rId2" imgW="5483860" imgH="2826446" progId="Word.Document.8">
                  <p:embed/>
                  <p:pic>
                    <p:nvPicPr>
                      <p:cNvPr id="8194" name="Object 4">
                        <a:extLst>
                          <a:ext uri="{FF2B5EF4-FFF2-40B4-BE49-F238E27FC236}">
                            <a16:creationId xmlns:a16="http://schemas.microsoft.com/office/drawing/2014/main" id="{918B0FC6-6287-42A9-8B1A-494BFAA80A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813" y="907098"/>
                        <a:ext cx="8459787" cy="434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Slide Number Placeholder 5">
            <a:extLst>
              <a:ext uri="{FF2B5EF4-FFF2-40B4-BE49-F238E27FC236}">
                <a16:creationId xmlns:a16="http://schemas.microsoft.com/office/drawing/2014/main" id="{EAA00081-200C-448F-B225-55260ACA0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6CDB372-97E3-40A5-9E12-D05904554912}" type="slidenum">
              <a:rPr lang="en-GB" altLang="en-US" sz="1400"/>
              <a:pPr eaLnBrk="1" hangingPunct="1"/>
              <a:t>15</a:t>
            </a:fld>
            <a:endParaRPr lang="en-GB" altLang="en-US" sz="1400"/>
          </a:p>
        </p:txBody>
      </p:sp>
      <p:graphicFrame>
        <p:nvGraphicFramePr>
          <p:cNvPr id="9218" name="Object 4">
            <a:extLst>
              <a:ext uri="{FF2B5EF4-FFF2-40B4-BE49-F238E27FC236}">
                <a16:creationId xmlns:a16="http://schemas.microsoft.com/office/drawing/2014/main" id="{C4975B94-AE81-4007-8451-246542B7D3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622617"/>
              </p:ext>
            </p:extLst>
          </p:nvPr>
        </p:nvGraphicFramePr>
        <p:xfrm>
          <a:off x="1311275" y="1708150"/>
          <a:ext cx="1034415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27434" imgH="1996899" progId="Word.Document.8">
                  <p:embed/>
                </p:oleObj>
              </mc:Choice>
              <mc:Fallback>
                <p:oleObj name="Document" r:id="rId2" imgW="5627434" imgH="1996899" progId="Word.Document.8">
                  <p:embed/>
                  <p:pic>
                    <p:nvPicPr>
                      <p:cNvPr id="9218" name="Object 4">
                        <a:extLst>
                          <a:ext uri="{FF2B5EF4-FFF2-40B4-BE49-F238E27FC236}">
                            <a16:creationId xmlns:a16="http://schemas.microsoft.com/office/drawing/2014/main" id="{C4975B94-AE81-4007-8451-246542B7D3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275" y="1708150"/>
                        <a:ext cx="1034415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>
            <a:extLst>
              <a:ext uri="{FF2B5EF4-FFF2-40B4-BE49-F238E27FC236}">
                <a16:creationId xmlns:a16="http://schemas.microsoft.com/office/drawing/2014/main" id="{8FB48074-C818-44A9-8D0A-EAF00350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2098CF2-A2FF-4D63-8C92-4BDE04D66C0A}" type="slidenum">
              <a:rPr lang="en-GB" altLang="en-US" sz="1400"/>
              <a:pPr eaLnBrk="1" hangingPunct="1"/>
              <a:t>16</a:t>
            </a:fld>
            <a:endParaRPr lang="en-GB" altLang="en-US" sz="1400"/>
          </a:p>
        </p:txBody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28A21427-C3F2-44AA-8C92-16B3D46B0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1880" y="635000"/>
            <a:ext cx="7772400" cy="8318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 err="1">
                <a:cs typeface="Times New Roman" panose="02020603050405020304" pitchFamily="18" charset="0"/>
              </a:rPr>
              <a:t>Contoh</a:t>
            </a:r>
            <a:r>
              <a:rPr lang="en-US" altLang="en-US" b="1" dirty="0"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cs typeface="Times New Roman" panose="02020603050405020304" pitchFamily="18" charset="0"/>
              </a:rPr>
              <a:t>Beberapa</a:t>
            </a:r>
            <a:r>
              <a:rPr lang="en-US" altLang="en-US" b="1" dirty="0"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cs typeface="Times New Roman" panose="02020603050405020304" pitchFamily="18" charset="0"/>
              </a:rPr>
              <a:t>Penggunaan</a:t>
            </a:r>
            <a:r>
              <a:rPr lang="en-US" altLang="en-US" b="1" dirty="0">
                <a:cs typeface="Times New Roman" panose="02020603050405020304" pitchFamily="18" charset="0"/>
              </a:rPr>
              <a:t> Graf</a:t>
            </a:r>
            <a:endParaRPr lang="en-GB" altLang="en-US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10242" name="Object 4">
            <a:extLst>
              <a:ext uri="{FF2B5EF4-FFF2-40B4-BE49-F238E27FC236}">
                <a16:creationId xmlns:a16="http://schemas.microsoft.com/office/drawing/2014/main" id="{7741CF5B-AD5A-4535-94B7-C153A10018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626396"/>
              </p:ext>
            </p:extLst>
          </p:nvPr>
        </p:nvGraphicFramePr>
        <p:xfrm>
          <a:off x="1071880" y="1656759"/>
          <a:ext cx="9916886" cy="373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2064240" progId="Word.Document.8">
                  <p:embed/>
                </p:oleObj>
              </mc:Choice>
              <mc:Fallback>
                <p:oleObj name="Document" r:id="rId2" imgW="5486400" imgH="2064240" progId="Word.Document.8">
                  <p:embed/>
                  <p:pic>
                    <p:nvPicPr>
                      <p:cNvPr id="10242" name="Object 4">
                        <a:extLst>
                          <a:ext uri="{FF2B5EF4-FFF2-40B4-BE49-F238E27FC236}">
                            <a16:creationId xmlns:a16="http://schemas.microsoft.com/office/drawing/2014/main" id="{7741CF5B-AD5A-4535-94B7-C153A10018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880" y="1656759"/>
                        <a:ext cx="9916886" cy="373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EC242E0-C398-DA74-2793-0F33A724A480}"/>
              </a:ext>
            </a:extLst>
          </p:cNvPr>
          <p:cNvSpPr txBox="1"/>
          <p:nvPr/>
        </p:nvSpPr>
        <p:spPr>
          <a:xfrm>
            <a:off x="4590423" y="5548389"/>
            <a:ext cx="4253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Simpul</a:t>
            </a:r>
            <a:r>
              <a:rPr lang="en-US" dirty="0"/>
              <a:t>: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sambungan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resistor</a:t>
            </a:r>
          </a:p>
          <a:p>
            <a:r>
              <a:rPr lang="en-US" b="1" dirty="0"/>
              <a:t>Sisi</a:t>
            </a:r>
            <a:r>
              <a:rPr lang="en-US" dirty="0"/>
              <a:t>: resistor yang </a:t>
            </a:r>
            <a:r>
              <a:rPr lang="en-US" dirty="0" err="1"/>
              <a:t>menghubungkan</a:t>
            </a:r>
            <a:r>
              <a:rPr lang="en-US" dirty="0"/>
              <a:t> dua </a:t>
            </a:r>
            <a:r>
              <a:rPr lang="en-US" dirty="0" err="1"/>
              <a:t>titik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Slide Number Placeholder 5">
            <a:extLst>
              <a:ext uri="{FF2B5EF4-FFF2-40B4-BE49-F238E27FC236}">
                <a16:creationId xmlns:a16="http://schemas.microsoft.com/office/drawing/2014/main" id="{FC077AC4-EB5D-4DB6-A23B-38A48912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A057EDE-6A20-435D-985F-548523761F52}" type="slidenum">
              <a:rPr lang="en-GB" altLang="en-US" sz="1400"/>
              <a:pPr eaLnBrk="1" hangingPunct="1"/>
              <a:t>17</a:t>
            </a:fld>
            <a:endParaRPr lang="en-GB" altLang="en-US" sz="1400"/>
          </a:p>
        </p:txBody>
      </p:sp>
      <p:graphicFrame>
        <p:nvGraphicFramePr>
          <p:cNvPr id="11266" name="Object 4">
            <a:extLst>
              <a:ext uri="{FF2B5EF4-FFF2-40B4-BE49-F238E27FC236}">
                <a16:creationId xmlns:a16="http://schemas.microsoft.com/office/drawing/2014/main" id="{7A48FFED-77E3-457A-A6CA-BABA0F31E1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0047"/>
              </p:ext>
            </p:extLst>
          </p:nvPr>
        </p:nvGraphicFramePr>
        <p:xfrm>
          <a:off x="787399" y="1219200"/>
          <a:ext cx="10819381" cy="4419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2242080" progId="Word.Document.8">
                  <p:embed/>
                </p:oleObj>
              </mc:Choice>
              <mc:Fallback>
                <p:oleObj name="Document" r:id="rId2" imgW="5486400" imgH="2242080" progId="Word.Document.8">
                  <p:embed/>
                  <p:pic>
                    <p:nvPicPr>
                      <p:cNvPr id="11266" name="Object 4">
                        <a:extLst>
                          <a:ext uri="{FF2B5EF4-FFF2-40B4-BE49-F238E27FC236}">
                            <a16:creationId xmlns:a16="http://schemas.microsoft.com/office/drawing/2014/main" id="{7A48FFED-77E3-457A-A6CA-BABA0F31E1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399" y="1219200"/>
                        <a:ext cx="10819381" cy="4419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C1F5026-6FA8-FCBD-8DBD-44296B75DBFC}"/>
              </a:ext>
            </a:extLst>
          </p:cNvPr>
          <p:cNvSpPr txBox="1"/>
          <p:nvPr/>
        </p:nvSpPr>
        <p:spPr>
          <a:xfrm>
            <a:off x="6197089" y="5460775"/>
            <a:ext cx="43353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Simpul</a:t>
            </a:r>
            <a:r>
              <a:rPr lang="en-US" dirty="0"/>
              <a:t>: atom carbon (C) </a:t>
            </a:r>
            <a:r>
              <a:rPr lang="en-US" dirty="0" err="1"/>
              <a:t>atau</a:t>
            </a:r>
            <a:r>
              <a:rPr lang="en-US" dirty="0"/>
              <a:t> hydrogen (H)</a:t>
            </a:r>
          </a:p>
          <a:p>
            <a:r>
              <a:rPr lang="en-US" b="1" dirty="0"/>
              <a:t>Sisi</a:t>
            </a:r>
            <a:r>
              <a:rPr lang="en-US" dirty="0"/>
              <a:t>: </a:t>
            </a:r>
            <a:r>
              <a:rPr lang="en-US" dirty="0" err="1"/>
              <a:t>ikatan</a:t>
            </a:r>
            <a:r>
              <a:rPr lang="en-US" dirty="0"/>
              <a:t> </a:t>
            </a:r>
            <a:r>
              <a:rPr lang="en-US" dirty="0" err="1"/>
              <a:t>kimia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atom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Content Placeholder 2">
            <a:extLst>
              <a:ext uri="{FF2B5EF4-FFF2-40B4-BE49-F238E27FC236}">
                <a16:creationId xmlns:a16="http://schemas.microsoft.com/office/drawing/2014/main" id="{9EF5E23C-D53F-40B2-B6BE-32F162136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625" y="619125"/>
            <a:ext cx="7772400" cy="523875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dirty="0"/>
              <a:t>3. </a:t>
            </a:r>
            <a:r>
              <a:rPr lang="en-US" altLang="en-US" dirty="0" err="1"/>
              <a:t>Jejaring</a:t>
            </a:r>
            <a:r>
              <a:rPr lang="en-US" altLang="en-US" dirty="0"/>
              <a:t> </a:t>
            </a:r>
            <a:r>
              <a:rPr lang="en-US" altLang="en-US" dirty="0" err="1"/>
              <a:t>makanan</a:t>
            </a:r>
            <a:r>
              <a:rPr lang="en-US" altLang="en-US" dirty="0"/>
              <a:t> (</a:t>
            </a:r>
            <a:r>
              <a:rPr lang="en-US" altLang="en-US" dirty="0" err="1"/>
              <a:t>Biologi</a:t>
            </a:r>
            <a:r>
              <a:rPr lang="en-US" altLang="en-US" dirty="0"/>
              <a:t>)</a:t>
            </a:r>
          </a:p>
        </p:txBody>
      </p:sp>
      <p:sp>
        <p:nvSpPr>
          <p:cNvPr id="82948" name="Slide Number Placeholder 4">
            <a:extLst>
              <a:ext uri="{FF2B5EF4-FFF2-40B4-BE49-F238E27FC236}">
                <a16:creationId xmlns:a16="http://schemas.microsoft.com/office/drawing/2014/main" id="{18B86D19-D5B7-464E-B832-E1A42837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6E11FA7-E833-49CD-B8A3-8A80A5FE6CD0}" type="slidenum">
              <a:rPr lang="en-GB" altLang="en-US" sz="1400"/>
              <a:pPr eaLnBrk="1" hangingPunct="1"/>
              <a:t>18</a:t>
            </a:fld>
            <a:endParaRPr lang="en-GB" altLang="en-US" sz="1400"/>
          </a:p>
        </p:txBody>
      </p:sp>
      <p:pic>
        <p:nvPicPr>
          <p:cNvPr id="82949" name="Picture 2" descr="http://3.bp.blogspot.com/-AiD1itG0TZs/T_waXIObURI/AAAAAAAAALE/RckGVpBGHFw/s1600/jaring2+makanan.jpg">
            <a:extLst>
              <a:ext uri="{FF2B5EF4-FFF2-40B4-BE49-F238E27FC236}">
                <a16:creationId xmlns:a16="http://schemas.microsoft.com/office/drawing/2014/main" id="{39FEE4B2-86F7-49AB-9866-408F9FF5F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929" y="1423693"/>
            <a:ext cx="6631471" cy="459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E170E0-DE42-EA44-0FF6-9C24E4C84CFC}"/>
              </a:ext>
            </a:extLst>
          </p:cNvPr>
          <p:cNvSpPr txBox="1"/>
          <p:nvPr/>
        </p:nvSpPr>
        <p:spPr>
          <a:xfrm>
            <a:off x="7240909" y="5211544"/>
            <a:ext cx="2407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Simpul</a:t>
            </a:r>
            <a:r>
              <a:rPr lang="en-US" dirty="0"/>
              <a:t>: </a:t>
            </a:r>
            <a:r>
              <a:rPr lang="en-US" dirty="0" err="1"/>
              <a:t>makhluk</a:t>
            </a:r>
            <a:r>
              <a:rPr lang="en-US" dirty="0"/>
              <a:t> </a:t>
            </a:r>
            <a:r>
              <a:rPr lang="en-US" dirty="0" err="1"/>
              <a:t>hidup</a:t>
            </a:r>
            <a:endParaRPr lang="en-US" dirty="0"/>
          </a:p>
          <a:p>
            <a:r>
              <a:rPr lang="en-US" b="1" dirty="0"/>
              <a:t>Sisi</a:t>
            </a:r>
            <a:r>
              <a:rPr lang="en-US" dirty="0"/>
              <a:t>: </a:t>
            </a:r>
            <a:r>
              <a:rPr lang="en-US" dirty="0" err="1"/>
              <a:t>dimakan</a:t>
            </a:r>
            <a:r>
              <a:rPr lang="en-US" dirty="0"/>
              <a:t> oleh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Slide Number Placeholder 5">
            <a:extLst>
              <a:ext uri="{FF2B5EF4-FFF2-40B4-BE49-F238E27FC236}">
                <a16:creationId xmlns:a16="http://schemas.microsoft.com/office/drawing/2014/main" id="{7A1DA03A-6DA8-4208-ADBD-DA9DDA324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3477270-4B92-475A-9DC0-1B9167FA90F6}" type="slidenum">
              <a:rPr lang="en-GB" altLang="en-US" sz="1400"/>
              <a:pPr eaLnBrk="1" hangingPunct="1"/>
              <a:t>19</a:t>
            </a:fld>
            <a:endParaRPr lang="en-GB" altLang="en-US" sz="1400"/>
          </a:p>
        </p:txBody>
      </p:sp>
      <p:graphicFrame>
        <p:nvGraphicFramePr>
          <p:cNvPr id="12290" name="Object 5">
            <a:extLst>
              <a:ext uri="{FF2B5EF4-FFF2-40B4-BE49-F238E27FC236}">
                <a16:creationId xmlns:a16="http://schemas.microsoft.com/office/drawing/2014/main" id="{1595489E-8FB2-4ECB-A839-62D7C4DF28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375628"/>
              </p:ext>
            </p:extLst>
          </p:nvPr>
        </p:nvGraphicFramePr>
        <p:xfrm>
          <a:off x="1518920" y="269240"/>
          <a:ext cx="7391400" cy="588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4370040" progId="Word.Document.8">
                  <p:embed/>
                </p:oleObj>
              </mc:Choice>
              <mc:Fallback>
                <p:oleObj name="Document" r:id="rId2" imgW="5486400" imgH="4370040" progId="Word.Document.8">
                  <p:embed/>
                  <p:pic>
                    <p:nvPicPr>
                      <p:cNvPr id="12290" name="Object 5">
                        <a:extLst>
                          <a:ext uri="{FF2B5EF4-FFF2-40B4-BE49-F238E27FC236}">
                            <a16:creationId xmlns:a16="http://schemas.microsoft.com/office/drawing/2014/main" id="{1595489E-8FB2-4ECB-A839-62D7C4DF28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8920" y="269240"/>
                        <a:ext cx="7391400" cy="588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71C86AA-B144-0717-DA8D-DFC02C7F8F7C}"/>
              </a:ext>
            </a:extLst>
          </p:cNvPr>
          <p:cNvSpPr txBox="1"/>
          <p:nvPr/>
        </p:nvSpPr>
        <p:spPr>
          <a:xfrm>
            <a:off x="7099943" y="3213259"/>
            <a:ext cx="3612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Simpul</a:t>
            </a:r>
            <a:r>
              <a:rPr lang="en-US" dirty="0"/>
              <a:t>: statement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kondisional</a:t>
            </a:r>
            <a:endParaRPr lang="en-US" dirty="0"/>
          </a:p>
          <a:p>
            <a:r>
              <a:rPr lang="en-US" b="1" dirty="0"/>
              <a:t>Sisi</a:t>
            </a:r>
            <a:r>
              <a:rPr lang="en-US" dirty="0"/>
              <a:t>: </a:t>
            </a:r>
            <a:r>
              <a:rPr lang="en-US" dirty="0" err="1"/>
              <a:t>aliran</a:t>
            </a:r>
            <a:r>
              <a:rPr lang="en-US" dirty="0"/>
              <a:t> </a:t>
            </a:r>
            <a:r>
              <a:rPr lang="en-US" dirty="0" err="1"/>
              <a:t>instruksi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Content Placeholder 2">
            <a:extLst>
              <a:ext uri="{FF2B5EF4-FFF2-40B4-BE49-F238E27FC236}">
                <a16:creationId xmlns:a16="http://schemas.microsoft.com/office/drawing/2014/main" id="{AB0D7EDE-2885-46A8-A028-4C04DDD6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426" y="490856"/>
            <a:ext cx="8143875" cy="53816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 b="1" dirty="0"/>
              <a:t>5. </a:t>
            </a:r>
            <a:r>
              <a:rPr lang="en-US" altLang="en-US" sz="2400" b="1" dirty="0" err="1"/>
              <a:t>Pemodelan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Mesin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Jaja</a:t>
            </a:r>
            <a:r>
              <a:rPr lang="en-US" altLang="en-US" sz="2400" b="1" dirty="0"/>
              <a:t> (</a:t>
            </a:r>
            <a:r>
              <a:rPr lang="en-US" altLang="en-US" sz="2400" b="1" i="1" dirty="0"/>
              <a:t>vending Machine)</a:t>
            </a:r>
          </a:p>
        </p:txBody>
      </p:sp>
      <p:sp>
        <p:nvSpPr>
          <p:cNvPr id="83972" name="Slide Number Placeholder 4">
            <a:extLst>
              <a:ext uri="{FF2B5EF4-FFF2-40B4-BE49-F238E27FC236}">
                <a16:creationId xmlns:a16="http://schemas.microsoft.com/office/drawing/2014/main" id="{F2A0C9C7-7715-451D-A45A-F9124175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BB7EE49-ED92-4357-9411-2D6DB4BDDFF8}" type="slidenum">
              <a:rPr lang="en-GB" altLang="en-US" sz="1400"/>
              <a:pPr eaLnBrk="1" hangingPunct="1"/>
              <a:t>20</a:t>
            </a:fld>
            <a:endParaRPr lang="en-GB" altLang="en-US" sz="1400"/>
          </a:p>
        </p:txBody>
      </p:sp>
      <p:pic>
        <p:nvPicPr>
          <p:cNvPr id="83973" name="Picture 2" descr="http://wisataseru.com/wp-content/uploads/2011/09/vending-machine.jpg">
            <a:extLst>
              <a:ext uri="{FF2B5EF4-FFF2-40B4-BE49-F238E27FC236}">
                <a16:creationId xmlns:a16="http://schemas.microsoft.com/office/drawing/2014/main" id="{B3E2AF15-F481-4DE4-A765-CF76BE2D4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521" y="1229043"/>
            <a:ext cx="6562725" cy="464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2ADED-78EA-BF01-B4FF-8C23AF52F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4114"/>
            <a:ext cx="10515600" cy="555284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6.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kereta</a:t>
            </a:r>
            <a:r>
              <a:rPr lang="en-US" dirty="0"/>
              <a:t> </a:t>
            </a:r>
            <a:r>
              <a:rPr lang="en-US" dirty="0" err="1"/>
              <a:t>api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kota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B48D0E-4E51-BCA6-B166-8731D7BC9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43" y="1362036"/>
            <a:ext cx="7762390" cy="487185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45A614F-DCCA-141B-C627-AE075DA61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21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07A04B-14A3-5AC4-4DC9-D065B9FA46FB}"/>
              </a:ext>
            </a:extLst>
          </p:cNvPr>
          <p:cNvSpPr txBox="1"/>
          <p:nvPr/>
        </p:nvSpPr>
        <p:spPr>
          <a:xfrm>
            <a:off x="7805057" y="1362036"/>
            <a:ext cx="34890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Simpul</a:t>
            </a:r>
            <a:r>
              <a:rPr lang="en-US" sz="2000" dirty="0"/>
              <a:t>: </a:t>
            </a:r>
            <a:r>
              <a:rPr lang="en-US" sz="2000" dirty="0" err="1"/>
              <a:t>kota</a:t>
            </a:r>
            <a:r>
              <a:rPr lang="en-US" sz="2000" dirty="0"/>
              <a:t> di negara Rumania</a:t>
            </a:r>
          </a:p>
          <a:p>
            <a:r>
              <a:rPr lang="en-US" sz="2000" b="1" dirty="0"/>
              <a:t>Sisi</a:t>
            </a:r>
            <a:r>
              <a:rPr lang="en-US" sz="2000" dirty="0"/>
              <a:t>: </a:t>
            </a:r>
            <a:r>
              <a:rPr lang="en-US" sz="2000" dirty="0" err="1"/>
              <a:t>jalur</a:t>
            </a:r>
            <a:r>
              <a:rPr lang="en-US" sz="2000" dirty="0"/>
              <a:t> </a:t>
            </a:r>
            <a:r>
              <a:rPr lang="en-US" sz="2000" dirty="0" err="1"/>
              <a:t>rel</a:t>
            </a:r>
            <a:r>
              <a:rPr lang="en-US" sz="2000" dirty="0"/>
              <a:t> </a:t>
            </a:r>
            <a:r>
              <a:rPr lang="en-US" sz="2000" dirty="0" err="1"/>
              <a:t>kereta</a:t>
            </a:r>
            <a:r>
              <a:rPr lang="en-US" sz="2000" dirty="0"/>
              <a:t> </a:t>
            </a:r>
            <a:r>
              <a:rPr lang="en-US" sz="2000" dirty="0" err="1"/>
              <a:t>api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6387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1CECF-1E12-6108-F335-C866B0823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7116"/>
            <a:ext cx="10515600" cy="56798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7. Social network</a:t>
            </a:r>
          </a:p>
        </p:txBody>
      </p:sp>
      <p:pic>
        <p:nvPicPr>
          <p:cNvPr id="7" name="Picture 6" descr="A group of people connected to each other&#10;&#10;Description automatically generated">
            <a:extLst>
              <a:ext uri="{FF2B5EF4-FFF2-40B4-BE49-F238E27FC236}">
                <a16:creationId xmlns:a16="http://schemas.microsoft.com/office/drawing/2014/main" id="{F1EE023A-81EC-1BD8-3567-118F221C8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855" y="1154521"/>
            <a:ext cx="5296088" cy="570347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10E535-318E-B3D1-232E-C08F48C3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22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482489-D2BF-DF69-CD3C-9CA69D7C1933}"/>
              </a:ext>
            </a:extLst>
          </p:cNvPr>
          <p:cNvSpPr txBox="1"/>
          <p:nvPr/>
        </p:nvSpPr>
        <p:spPr>
          <a:xfrm>
            <a:off x="7561943" y="3185576"/>
            <a:ext cx="27167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Simpul</a:t>
            </a:r>
            <a:r>
              <a:rPr lang="en-US" sz="2000" dirty="0"/>
              <a:t>: </a:t>
            </a:r>
            <a:r>
              <a:rPr lang="en-US" sz="2000" dirty="0" err="1"/>
              <a:t>akun</a:t>
            </a:r>
            <a:r>
              <a:rPr lang="en-US" sz="2000" dirty="0"/>
              <a:t> </a:t>
            </a:r>
            <a:r>
              <a:rPr lang="en-US" sz="2000" dirty="0" err="1"/>
              <a:t>pengguna</a:t>
            </a:r>
            <a:endParaRPr lang="en-US" sz="2000" dirty="0"/>
          </a:p>
          <a:p>
            <a:r>
              <a:rPr lang="en-US" sz="2000" b="1" dirty="0"/>
              <a:t>Sisi</a:t>
            </a:r>
            <a:r>
              <a:rPr lang="en-US" sz="2000" dirty="0"/>
              <a:t>: </a:t>
            </a:r>
            <a:r>
              <a:rPr lang="en-US" sz="2000" dirty="0" err="1"/>
              <a:t>pertemanan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98691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0B34D-319A-D67D-A53A-5A257A2A4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6057"/>
            <a:ext cx="10515600" cy="561090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8.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endParaRPr lang="en-US" dirty="0"/>
          </a:p>
        </p:txBody>
      </p:sp>
      <p:pic>
        <p:nvPicPr>
          <p:cNvPr id="5" name="Picture 4" descr="Computer network of computers and servers&#10;&#10;Description automatically generated with medium confidence">
            <a:extLst>
              <a:ext uri="{FF2B5EF4-FFF2-40B4-BE49-F238E27FC236}">
                <a16:creationId xmlns:a16="http://schemas.microsoft.com/office/drawing/2014/main" id="{6FD8CB0E-D991-8C3E-E10A-DE3FC6851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29" y="1286555"/>
            <a:ext cx="6520543" cy="4890408"/>
          </a:xfrm>
          <a:prstGeom prst="rect">
            <a:avLst/>
          </a:prstGeom>
        </p:spPr>
      </p:pic>
      <p:pic>
        <p:nvPicPr>
          <p:cNvPr id="7" name="Picture 6" descr="A computer network diagram with text&#10;&#10;Description automatically generated">
            <a:extLst>
              <a:ext uri="{FF2B5EF4-FFF2-40B4-BE49-F238E27FC236}">
                <a16:creationId xmlns:a16="http://schemas.microsoft.com/office/drawing/2014/main" id="{F0EBC19F-D4BA-DDDE-B893-84B142303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023" y="2017485"/>
            <a:ext cx="4960319" cy="36724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4E33C4-8EFA-C0BC-0546-4890EE23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54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Slide Number Placeholder 5">
            <a:extLst>
              <a:ext uri="{FF2B5EF4-FFF2-40B4-BE49-F238E27FC236}">
                <a16:creationId xmlns:a16="http://schemas.microsoft.com/office/drawing/2014/main" id="{1C9AAB1A-1B65-43BF-93EC-CDB8EB795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D4ED592-AEC8-4B18-B415-92710230AB55}" type="slidenum">
              <a:rPr lang="en-GB" altLang="en-US" sz="1400"/>
              <a:pPr eaLnBrk="1" hangingPunct="1"/>
              <a:t>24</a:t>
            </a:fld>
            <a:endParaRPr lang="en-GB" altLang="en-US" sz="1400"/>
          </a:p>
        </p:txBody>
      </p:sp>
      <p:sp>
        <p:nvSpPr>
          <p:cNvPr id="14342" name="Rectangle 2">
            <a:extLst>
              <a:ext uri="{FF2B5EF4-FFF2-40B4-BE49-F238E27FC236}">
                <a16:creationId xmlns:a16="http://schemas.microsoft.com/office/drawing/2014/main" id="{6542D953-5672-406B-BD69-43E5142E35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836" y="38893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Terminologi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di </a:t>
            </a:r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dalam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Graf</a:t>
            </a:r>
            <a:endParaRPr lang="en-GB" altLang="en-US" b="1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14338" name="Object 4">
            <a:extLst>
              <a:ext uri="{FF2B5EF4-FFF2-40B4-BE49-F238E27FC236}">
                <a16:creationId xmlns:a16="http://schemas.microsoft.com/office/drawing/2014/main" id="{DF14BE45-DFA0-47ED-ABBA-73830864D6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210590"/>
              </p:ext>
            </p:extLst>
          </p:nvPr>
        </p:nvGraphicFramePr>
        <p:xfrm>
          <a:off x="628650" y="1608138"/>
          <a:ext cx="11082338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177236" imgH="1357343" progId="Word.Document.8">
                  <p:embed/>
                </p:oleObj>
              </mc:Choice>
              <mc:Fallback>
                <p:oleObj name="Document" r:id="rId2" imgW="7177236" imgH="1357343" progId="Word.Document.8">
                  <p:embed/>
                  <p:pic>
                    <p:nvPicPr>
                      <p:cNvPr id="14338" name="Object 4">
                        <a:extLst>
                          <a:ext uri="{FF2B5EF4-FFF2-40B4-BE49-F238E27FC236}">
                            <a16:creationId xmlns:a16="http://schemas.microsoft.com/office/drawing/2014/main" id="{DF14BE45-DFA0-47ED-ABBA-73830864D6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1608138"/>
                        <a:ext cx="11082338" cy="208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5">
            <a:extLst>
              <a:ext uri="{FF2B5EF4-FFF2-40B4-BE49-F238E27FC236}">
                <a16:creationId xmlns:a16="http://schemas.microsoft.com/office/drawing/2014/main" id="{1BBD4185-D06D-445B-8C39-50CF59F722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083020"/>
              </p:ext>
            </p:extLst>
          </p:nvPr>
        </p:nvGraphicFramePr>
        <p:xfrm>
          <a:off x="1569719" y="3429000"/>
          <a:ext cx="8662559" cy="277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486400" imgH="1757160" progId="Word.Document.8">
                  <p:embed/>
                </p:oleObj>
              </mc:Choice>
              <mc:Fallback>
                <p:oleObj name="Document" r:id="rId4" imgW="5486400" imgH="1757160" progId="Word.Document.8">
                  <p:embed/>
                  <p:pic>
                    <p:nvPicPr>
                      <p:cNvPr id="14339" name="Object 5">
                        <a:extLst>
                          <a:ext uri="{FF2B5EF4-FFF2-40B4-BE49-F238E27FC236}">
                            <a16:creationId xmlns:a16="http://schemas.microsoft.com/office/drawing/2014/main" id="{1BBD4185-D06D-445B-8C39-50CF59F722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719" y="3429000"/>
                        <a:ext cx="8662559" cy="277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Slide Number Placeholder 5">
            <a:extLst>
              <a:ext uri="{FF2B5EF4-FFF2-40B4-BE49-F238E27FC236}">
                <a16:creationId xmlns:a16="http://schemas.microsoft.com/office/drawing/2014/main" id="{70CA9953-DDD4-4376-98A8-A95C95BA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F1DD7DB-9605-4DDD-BE87-16B9E40ACB69}" type="slidenum">
              <a:rPr lang="en-GB" altLang="en-US" sz="1400"/>
              <a:pPr eaLnBrk="1" hangingPunct="1"/>
              <a:t>25</a:t>
            </a:fld>
            <a:endParaRPr lang="en-GB" altLang="en-US" sz="1400"/>
          </a:p>
        </p:txBody>
      </p:sp>
      <p:graphicFrame>
        <p:nvGraphicFramePr>
          <p:cNvPr id="15362" name="Object 4">
            <a:extLst>
              <a:ext uri="{FF2B5EF4-FFF2-40B4-BE49-F238E27FC236}">
                <a16:creationId xmlns:a16="http://schemas.microsoft.com/office/drawing/2014/main" id="{2AE14CC6-3680-4104-8099-B9C4553542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268693"/>
              </p:ext>
            </p:extLst>
          </p:nvPr>
        </p:nvGraphicFramePr>
        <p:xfrm>
          <a:off x="1127760" y="651668"/>
          <a:ext cx="8153400" cy="300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2021760" progId="Word.Document.8">
                  <p:embed/>
                </p:oleObj>
              </mc:Choice>
              <mc:Fallback>
                <p:oleObj name="Document" r:id="rId2" imgW="5486400" imgH="2021760" progId="Word.Document.8">
                  <p:embed/>
                  <p:pic>
                    <p:nvPicPr>
                      <p:cNvPr id="15362" name="Object 4">
                        <a:extLst>
                          <a:ext uri="{FF2B5EF4-FFF2-40B4-BE49-F238E27FC236}">
                            <a16:creationId xmlns:a16="http://schemas.microsoft.com/office/drawing/2014/main" id="{2AE14CC6-3680-4104-8099-B9C4553542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760" y="651668"/>
                        <a:ext cx="8153400" cy="300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5">
            <a:extLst>
              <a:ext uri="{FF2B5EF4-FFF2-40B4-BE49-F238E27FC236}">
                <a16:creationId xmlns:a16="http://schemas.microsoft.com/office/drawing/2014/main" id="{0DD504F0-D5E4-4F01-BFA9-3A4FE84A49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856683"/>
              </p:ext>
            </p:extLst>
          </p:nvPr>
        </p:nvGraphicFramePr>
        <p:xfrm>
          <a:off x="1468120" y="3890962"/>
          <a:ext cx="7696200" cy="246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486400" imgH="1757160" progId="Word.Document.8">
                  <p:embed/>
                </p:oleObj>
              </mc:Choice>
              <mc:Fallback>
                <p:oleObj name="Document" r:id="rId4" imgW="5486400" imgH="1757160" progId="Word.Document.8">
                  <p:embed/>
                  <p:pic>
                    <p:nvPicPr>
                      <p:cNvPr id="15363" name="Object 5">
                        <a:extLst>
                          <a:ext uri="{FF2B5EF4-FFF2-40B4-BE49-F238E27FC236}">
                            <a16:creationId xmlns:a16="http://schemas.microsoft.com/office/drawing/2014/main" id="{0DD504F0-D5E4-4F01-BFA9-3A4FE84A49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120" y="3890962"/>
                        <a:ext cx="7696200" cy="246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Slide Number Placeholder 5">
            <a:extLst>
              <a:ext uri="{FF2B5EF4-FFF2-40B4-BE49-F238E27FC236}">
                <a16:creationId xmlns:a16="http://schemas.microsoft.com/office/drawing/2014/main" id="{A472BF41-A679-4562-A829-B4420780B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6D4EE2D-6740-4774-9B22-6E1F2F754A74}" type="slidenum">
              <a:rPr lang="en-GB" altLang="en-US" sz="1400"/>
              <a:pPr eaLnBrk="1" hangingPunct="1"/>
              <a:t>26</a:t>
            </a:fld>
            <a:endParaRPr lang="en-GB" altLang="en-US" sz="1400"/>
          </a:p>
        </p:txBody>
      </p:sp>
      <p:graphicFrame>
        <p:nvGraphicFramePr>
          <p:cNvPr id="16386" name="Object 4">
            <a:extLst>
              <a:ext uri="{FF2B5EF4-FFF2-40B4-BE49-F238E27FC236}">
                <a16:creationId xmlns:a16="http://schemas.microsoft.com/office/drawing/2014/main" id="{4B5522BF-E330-48EB-AFAE-D0644BE1E4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355004"/>
              </p:ext>
            </p:extLst>
          </p:nvPr>
        </p:nvGraphicFramePr>
        <p:xfrm>
          <a:off x="985520" y="614680"/>
          <a:ext cx="8382000" cy="154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1011240" progId="Word.Document.8">
                  <p:embed/>
                </p:oleObj>
              </mc:Choice>
              <mc:Fallback>
                <p:oleObj name="Document" r:id="rId2" imgW="5486400" imgH="1011240" progId="Word.Document.8">
                  <p:embed/>
                  <p:pic>
                    <p:nvPicPr>
                      <p:cNvPr id="16386" name="Object 4">
                        <a:extLst>
                          <a:ext uri="{FF2B5EF4-FFF2-40B4-BE49-F238E27FC236}">
                            <a16:creationId xmlns:a16="http://schemas.microsoft.com/office/drawing/2014/main" id="{4B5522BF-E330-48EB-AFAE-D0644BE1E4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520" y="614680"/>
                        <a:ext cx="8382000" cy="154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5">
            <a:extLst>
              <a:ext uri="{FF2B5EF4-FFF2-40B4-BE49-F238E27FC236}">
                <a16:creationId xmlns:a16="http://schemas.microsoft.com/office/drawing/2014/main" id="{E47608C1-563D-4AAC-A488-3A8610A7E0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195312"/>
              </p:ext>
            </p:extLst>
          </p:nvPr>
        </p:nvGraphicFramePr>
        <p:xfrm>
          <a:off x="985520" y="2336800"/>
          <a:ext cx="9736955" cy="311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483860" imgH="1760040" progId="Word.Document.8">
                  <p:embed/>
                </p:oleObj>
              </mc:Choice>
              <mc:Fallback>
                <p:oleObj name="Document" r:id="rId4" imgW="5483860" imgH="1760040" progId="Word.Document.8">
                  <p:embed/>
                  <p:pic>
                    <p:nvPicPr>
                      <p:cNvPr id="16387" name="Object 5">
                        <a:extLst>
                          <a:ext uri="{FF2B5EF4-FFF2-40B4-BE49-F238E27FC236}">
                            <a16:creationId xmlns:a16="http://schemas.microsoft.com/office/drawing/2014/main" id="{E47608C1-563D-4AAC-A488-3A8610A7E0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520" y="2336800"/>
                        <a:ext cx="9736955" cy="3119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Slide Number Placeholder 5">
            <a:extLst>
              <a:ext uri="{FF2B5EF4-FFF2-40B4-BE49-F238E27FC236}">
                <a16:creationId xmlns:a16="http://schemas.microsoft.com/office/drawing/2014/main" id="{34A67975-3A9C-4558-92F2-C6CC79085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0669D26-9A63-4079-AFA3-D3B5777EBAB6}" type="slidenum">
              <a:rPr lang="en-GB" altLang="en-US" sz="1400"/>
              <a:pPr eaLnBrk="1" hangingPunct="1"/>
              <a:t>27</a:t>
            </a:fld>
            <a:endParaRPr lang="en-GB" altLang="en-US" sz="1400"/>
          </a:p>
        </p:txBody>
      </p:sp>
      <p:graphicFrame>
        <p:nvGraphicFramePr>
          <p:cNvPr id="17410" name="Object 4">
            <a:extLst>
              <a:ext uri="{FF2B5EF4-FFF2-40B4-BE49-F238E27FC236}">
                <a16:creationId xmlns:a16="http://schemas.microsoft.com/office/drawing/2014/main" id="{A4C6487E-6054-4A0D-8BEC-B25EF2F580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494847"/>
              </p:ext>
            </p:extLst>
          </p:nvPr>
        </p:nvGraphicFramePr>
        <p:xfrm>
          <a:off x="772160" y="901700"/>
          <a:ext cx="10490148" cy="505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2642400" progId="Word.Document.8">
                  <p:embed/>
                </p:oleObj>
              </mc:Choice>
              <mc:Fallback>
                <p:oleObj name="Document" r:id="rId2" imgW="5486400" imgH="2642400" progId="Word.Document.8">
                  <p:embed/>
                  <p:pic>
                    <p:nvPicPr>
                      <p:cNvPr id="17410" name="Object 4">
                        <a:extLst>
                          <a:ext uri="{FF2B5EF4-FFF2-40B4-BE49-F238E27FC236}">
                            <a16:creationId xmlns:a16="http://schemas.microsoft.com/office/drawing/2014/main" id="{A4C6487E-6054-4A0D-8BEC-B25EF2F58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160" y="901700"/>
                        <a:ext cx="10490148" cy="505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Slide Number Placeholder 5">
            <a:extLst>
              <a:ext uri="{FF2B5EF4-FFF2-40B4-BE49-F238E27FC236}">
                <a16:creationId xmlns:a16="http://schemas.microsoft.com/office/drawing/2014/main" id="{C421FC34-F5F6-4B1D-A7B7-C4857136E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C8324C6-858E-4901-9C57-F7078002B4B9}" type="slidenum">
              <a:rPr lang="en-GB" altLang="en-US" sz="1400"/>
              <a:pPr eaLnBrk="1" hangingPunct="1"/>
              <a:t>28</a:t>
            </a:fld>
            <a:endParaRPr lang="en-GB" altLang="en-US" sz="1400"/>
          </a:p>
        </p:txBody>
      </p:sp>
      <p:graphicFrame>
        <p:nvGraphicFramePr>
          <p:cNvPr id="18434" name="Object 4">
            <a:extLst>
              <a:ext uri="{FF2B5EF4-FFF2-40B4-BE49-F238E27FC236}">
                <a16:creationId xmlns:a16="http://schemas.microsoft.com/office/drawing/2014/main" id="{5B4BF582-206B-49E0-B71D-C4426F3936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890964"/>
              </p:ext>
            </p:extLst>
          </p:nvPr>
        </p:nvGraphicFramePr>
        <p:xfrm>
          <a:off x="914400" y="517525"/>
          <a:ext cx="10564813" cy="391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242120" imgH="3050604" progId="Word.Document.8">
                  <p:embed/>
                </p:oleObj>
              </mc:Choice>
              <mc:Fallback>
                <p:oleObj name="Document" r:id="rId2" imgW="8242120" imgH="3050604" progId="Word.Document.8">
                  <p:embed/>
                  <p:pic>
                    <p:nvPicPr>
                      <p:cNvPr id="18434" name="Object 4">
                        <a:extLst>
                          <a:ext uri="{FF2B5EF4-FFF2-40B4-BE49-F238E27FC236}">
                            <a16:creationId xmlns:a16="http://schemas.microsoft.com/office/drawing/2014/main" id="{5B4BF582-206B-49E0-B71D-C4426F3936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17525"/>
                        <a:ext cx="10564813" cy="391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5">
            <a:extLst>
              <a:ext uri="{FF2B5EF4-FFF2-40B4-BE49-F238E27FC236}">
                <a16:creationId xmlns:a16="http://schemas.microsoft.com/office/drawing/2014/main" id="{3A4F77DE-1655-4458-AE89-32DD9FDE09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36181"/>
              </p:ext>
            </p:extLst>
          </p:nvPr>
        </p:nvGraphicFramePr>
        <p:xfrm>
          <a:off x="1432559" y="4156551"/>
          <a:ext cx="8006921" cy="2564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486400" imgH="1757160" progId="Word.Document.8">
                  <p:embed/>
                </p:oleObj>
              </mc:Choice>
              <mc:Fallback>
                <p:oleObj name="Document" r:id="rId4" imgW="5486400" imgH="1757160" progId="Word.Document.8">
                  <p:embed/>
                  <p:pic>
                    <p:nvPicPr>
                      <p:cNvPr id="18435" name="Object 5">
                        <a:extLst>
                          <a:ext uri="{FF2B5EF4-FFF2-40B4-BE49-F238E27FC236}">
                            <a16:creationId xmlns:a16="http://schemas.microsoft.com/office/drawing/2014/main" id="{3A4F77DE-1655-4458-AE89-32DD9FDE09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2559" y="4156551"/>
                        <a:ext cx="8006921" cy="25649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Slide Number Placeholder 4">
            <a:extLst>
              <a:ext uri="{FF2B5EF4-FFF2-40B4-BE49-F238E27FC236}">
                <a16:creationId xmlns:a16="http://schemas.microsoft.com/office/drawing/2014/main" id="{7237E65F-F5FF-414C-A0B6-E11FC852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1FA9682-A63F-4ADF-A3A0-FD8B0AD17555}" type="slidenum">
              <a:rPr lang="en-GB" altLang="en-US" sz="1400"/>
              <a:pPr eaLnBrk="1" hangingPunct="1"/>
              <a:t>29</a:t>
            </a:fld>
            <a:endParaRPr lang="en-GB" altLang="en-US" sz="1400"/>
          </a:p>
        </p:txBody>
      </p:sp>
      <p:sp>
        <p:nvSpPr>
          <p:cNvPr id="86020" name="AutoShape 2" descr="data:image/jpeg;base64,/9j/4AAQSkZJRgABAQAAAQABAAD/2wCEAAkGBhQSERUSEhQVFRUWGBsWGRcYGBsaHBsYGhodGBgfGRYaGyceIxokHBgeIS8hIygqLCwuHR4xNTAqNSYrLCkBCQoKBQUFDQUFDSkYEhgpKSkpKSkpKSkpKSkpKSkpKSkpKSkpKSkpKSkpKSkpKSkpKSkpKSkpKSkpKSkpKSkpKf/AABEIAMwA1wMBIgACEQEDEQH/xAAcAAEAAwEBAQEBAAAAAAAAAAAABAUGAwIHAQj/xABJEAACAQIEAwMHBwkHAwUBAAABAgMAEQQFEiETMUEiUWEGFCMycXKBBzNCUlNiYxUkNHOCkZKTsRZDoaKjstODw9FEZMHC8CX/xAAUAQEAAAAAAAAAAAAAAAAAAAAA/8QAFBEBAAAAAAAAAAAAAAAAAAAAAP/aAAwDAQACEQMRAD8A+40pSgUpSgUpSgUpSgVm8LnDPmGjVIE4cqiMxuFvG8Y1lilrnUwFja2nqa0lfLflX+Ub8mYvD8PDiWYxkl3dwojLWKqqnSWJW5J5WXY7WD6lSqnyX8pI8dho54yO2qsyBgxRiLlWt1HiBVtQKUpQKUpQKpcBJIuKaJmcqY9Q4hU6yGAZk0jsqNQBU/WWw53ovlU+UFsqw8bxxCSSViq6r6FsLktbn4C4677VL+TfNo8bg0xixGJ5NSsCzPbQxFkZvodbCwHwoNZSlKBSlKBSlKBSlKBSlKBSlKBSlKBSlKBSlKDnicQsaM7sFVQWZjsAoFySe4CsljvJFMyjeXFxjU6lcOrjeBD6rW+0Y2dgeVlW2xvaSnzubQP0eBu2eksy7hPcjNi3e1h9FqvaDEYbyajkhjxOHhjuV7WH9TSw2kEEy2aJgwIsDoNtwt9Qscs4jgnDYl7obPBiU1sjc9LEFZAe4ksCNxqFTcmPDnxEB+sJ09yW9/3SI/wK99SMzyZZSJFYxzKLJKltQHOxB2ZL81a49h3oI4zqWP5/DOPvwnjJ+4ASf5P31Ny/OIZ78KRXI5qD2l95D2lPgQKiYXOWRxDilCSE2R1vwpT9wkkq/wCGxv3FhvXfN8tw7qXxCx2QE8RrKUA3JEuxX2gigsKqcfnZ1mHDqJZhbVvZIr8jK45G24Qdo7bAG9UceAxU9/NMRNDh+jTjWz/q76ZUS30y1+4da4zYp1HmIwxSNbHEPh2Mg0Nc6eSycSS12JBIUk3JYGg/MH5JRY9mnxg85j3SMuLBzezOiA2SPogBud2Ja6kX3khEI8MIAoXgM0JAAA7B7JsOrKVa/W96l5Xm+Hk7ELpdQBwx2WUDYXiNmUe0Co0foscw+jiUDj9bFZG+LRlP5RoLmlKUClKUClKUClKUClKUClKUHPEYhUUs5AUcyf8A9zrxhMakq6kNwDY7EEEdCpAIPtr3PLpUtpZrdF3PwFZLFeUsWWYWbE4oShGlsmoAzSEoAARcD6JAvbsqL0GxpVJ5IeV8GZYfzjD6tOooysLMrAAkEAkciDsau6BVTnWObUuGhNppQSW58KMbNIR3/RUHmx6gNUvNMyWCMyMCdwqqPWd2NlVR3k7f4nYGuGS5a0YaSWxnlIaQjkCB2UU89CDYd+55saCXgsEkMaxxiyqLAf8Ak8yTzJO5NzXelKCnzf0eIw0/Qs0D+7LYr/qIo/aPfVxUHPMvM2HkjU2YrdD9WRe1G3wcA/CqvC+Ub4qNRhF7TAcSRxdIW+kvTXKpuNAIAI7RHIhOz/GQqnClTjGW4WAAM0ludlO1htdjYLtcjas/FlWIiKS4sNiIEOpYVLSNAb3VmvviCotuRqUjshuY0uWZOkN2uzyP68r2LvblcgABR0VQFHQVJxeLSJGkkYKiAszHkAOdBXY/P14SNhysrzHTCAeyx6kkckUAsx6AEcyBUrKcsEEei5ZiSzuebu27Mfb3dAABsKoMBkMutsdHaKeS5ELiycM27MgG6ytpDM673sCGCgVd5ZnKykxlWjmUXeJ/WA5XBGzJfky3HsO1B2x+UxTgCWNHtuNQBIPercwfEWrO+UOTPh41xEE8g83YSaZPTKEtolPaIksI2ZrBxfTWtrxPCHVlYXVgQR3gix/woKkZriI/nsMXH14G1/vjfS49g1e2pOBz6CZtCSDXzMbXWQDvMbAPbxtauPkxMTh1Rjd4SYWPUmM6QT7VAb41Nx2WxTLpljSQcwGUGx7xfkfEb0EmlU35AZP0fESx9yOeMn7pO3b2OKflDExfOwCUD6cDbnxMMliPYrPQXNRsTmCRsqs3abkoBY87XsoJ03Iux2FxvWN8oPllwODlWGXjFzYsBERwwfrh9J+AB2san4qKbjvNCZHEyxtCyaSmwtplJ34f0tvtHI7VBrKUpQKUpQKUpQKofLbyWhx+EeHEA6R21KmzKyg2INvE/vq+rhj/AJp/cb+hoMD8neRPgcIPNQZLOePCxALMQCHic8mMZTst2T3rzO5y/NY5kLIfV2ZWGlkbqHU7qfA+3lvVLkXopYhyXE4aM/8AVhUA/Fo2X4RGuWfZWMbOYojwzGtp5gLhgRdYHW9nU+synkpsCDJegn5YPOpBi2+aW4w694Is0xHew2XuXf6ZteVUYDOSGWDEKIpjstjeOS32THrbfQe0N+YF6t6BXDHY5IUMkrBFHMnx2AHeSdgBuTYComZZ0I2EUamWci4iUjYctUjckS/0jz3sGO1c8DkpLifEsJZh6oAtHFfnwkPW22s9o78gdNBw4M2L+c1wYf7O+mWUffYbxp90do9Su6n15PRiF58KoCrGwkjUAACKW5AAGwAkWRQPuiruqbNBw8Vh5ujasO37dnjJ9jpYe+e+guaogfO5v/bwP8JZ0P8AikZHxcfc365zi2dlwsLFZHGp3HOKG9i3g7EFU8bncIassHhEiRY41CogCqB0A5UHaoWZZSk4Gq4ZblJFNnQna6t08RyPUGptKCkjzd8ORHjLaTsuJAsjdAJR/dv4+oehBOkXdQc0zSCJbTuihgQFYi794VObewA1m4sXiIL+Y4eWbD2+bmPC0fqWa8hX8Mpt9Ej1SFzh/RY2RPo4hBKP1kdo5P3pwjb7rGp+PzOKEBppEjB2GpgLnuAPM+A3rJZjrniTFtirpDINawKY9CE6JgzOTIGRW1NfTsp7I2rTYTJsPh7yKiq1jqlY3ew3OqVyWsPE2oI/5eeT9Hw8r/fk9Cn73Gu3sQ1VZji8QWMZm9JbU0UACLGp3vPipAxVfFVViL2U1Y+fS4vbDkxQdZyO04/AVhy/EYW+qDfUIoy+ORzhIVth4zqxLbniObMI2Y7sTs0hJJI0qb6jYPmzfJzFjsckuIeVlfTc6iCysJDGe0WZQwiY2vcLw7m7G322GFUUIoAVQFAHIACwA+FZfLxq4M554jFNKPc4Txxf6aKfia1dApSlApSlApSlArhj/mn9xv6Gu9Qs6xaRYeWSQ6VVGufhYADqSdgBuSQKDMeUGP4WBwrofTIEkTa4CrHaZ3AIPDWNiT39kc2FanKsuWCMRqSeZZj6zuTdmY9WY7/02qn8lMqJgWacAySxImnmEiCjTGP3lm72J6BbesozdIMKqzMdUTHDWF2d2Q6UCrzZmQK23eTy3oLnH4KOWNo5VDIeYPhuCD0IO4I3B3FZE5viFBWFnkwgNjjNOt0XroX++A+1sQOoksTVyMtkxR1YoaIr9nDAg6h0M7D1j+GOyOuvpeKthYUEHJsHCkYMBDK/bMmrWZCR6zSXOokdb8rAbCp9U2Iyh4maXCEKSdTwttHIepFvUkP1gLE+sDzErLM4SbUtmSRLa4nsHS/K4BsVPRlJU9DQT6pPLF7YRwLmQleCBzacENCB+2oJ8AxNgDUrMfKCCA2llUNa+gdp7dTw1u1vG1hVBgsXiMVN50mHsgFsOZ20AI3rScNQzl3HQhbKALgs1Bb+S0IMAnJ1SYgCWRvEjZfBUHYA6W7yal5hncMBAlkVWO4Tm7e7GLs3wBrP5Jkzl5sPPPJaN9Yji9Chjlu4I0kyW1613c+oa0eX5TFACIo1S/Mgbse9m5sfEkmgg/liaT5jDNb687cJf4QGkP8ACPaKfkeaT5/Et7kA4S/xXaQ/xD2CrmlBCy/JYYLmKNVY+s3N296Q3ZviTU2lU+KzlndocKoeRTZ5Gvwoj98jdn/DU35XKg3oIXlZgogC4YpPKpjCquvji1ijwgjWLH1rgqPpKKqfJjEnFhIswJEsd0GHPqO0XZdy/KZri5GwXbs8mOqyzJViJkZmkmYWaV/WI52AGypfkq2HtO9U2aJDHLOmIBMUiriUtfUJVtC4jK9oSX4RXTuWdrUFvnWYMmmGGxnluEvuEUW1yMPqoDy+kSq7XuIeZ4bzfB8CEkPIRCrE3YySmzSMerC7SHvsar8pM2EvNjQXEgF5h2mgQerHKALaVuSZUFixYsAAGNpLKJsZEFIKQxmckG4LSXjit3gqJTcdw76DpjsOqHCIosqy6VHcBDIAP3CreqzNvnMN+u/7UlWdApSlApSlApSlArN4j87Z5P8A08Gvh90kyggv4ohuq97aj9FTXfP8dqPmyvwxp1zy308KHr279l3sQD0AZugvEdnnhKYcHD4VYyA9tLuoWyiJT6kdvpMLkeqB61B1wWdHhRQYdeLMIo9W9kiugsZX6G24Qdo7bAG9csryrgY9mlPFkxEWoSlQLPGQsiovJVKtHYDc6Dctbb3kub4bD4eGGMgsI0JiiUyOCVBJZUBIJJvdrX76i+UWOxLImISEQrA4kLzG7BCCkh4MZ9UI5Y3dT2aDX1XY3yhgibhs95Ps0Bd9+V40BYDxIAqP/Z4yfpE8sv3QeEn8MdiR7zGrHBYCOFdESJGvPSihRfvsOvjQV35RxMvzOHEYP052t8RCl2PsZk9tRcd5H+cWbEYiUuAdLRehCX56dHb0nuZmB63rR1WZ1j2XTDDbjy3CXFwii2uRh9VQRt1YqOtBlYCok8ykSKOFXtNLEumOd9ikT/Vc3BdWJ1bKCdZA3tQsJk8ccHA060sQweza9W7l7izFiSTfmSar/N5cJvHrnw/2d9UsY/DY7un3D2h0J9Wg6Zh6LFwS9JQ2Hf2/ORE+wq4HvmrmqbM3GKwjPh2DsLSRn8SNg6q19wdS6WB3FyCKssDjFliSVPVdQ49jC4uO/eg71xxeLSJGkkYIii5YmwAqJmedLEQgVpJmF0iS2ojvJOyp3sxA9p2rjhcmZ3WbFFZJFOpEW/CiPTQDuz/iNv3BQbUHH02L+vh8P8VmlH9Y0P8AGfudbfB4NIkWONQiKLBVFgB4Cu1KBWNzKczSxY2w83w0wVLi+vWeFJLf6iFhp8FdvqkW+bzGeTzOMkAgNO4NisZ5ICOTyWI7wuo7HTexxOWo8DQaQI2Qx6RsAhXTYAchaglVj8iy6SMSYvChdM0jN5ueyrRqdCGNvoOQuq3qEsb6b6hMbNpDl4N/zhvza/45bgliO4NdyO4Gr7BYVYo0jTZUUIo+6osP8BQU0mbJO+H0XDLPZ0YaXQ8KQ2ZTy8DyI3BIq/rP+U2VCSXDOpMcwkKrKoGoDhyGxvsyEjdTt7DvUjC50yOsOKURyMdKOPmpT9wndX/DbfuLWvQXFKUoFKUoKjPMXJFodWOnUqkaAVALdtpH5qoXkRYA87jljvlV+VZ8qkhhihWRpF4jM5YKFDabLp5sbHe+22xvW6x2UrKe2z6eTIGIVh3MvUHkR1rlnXkzhsWFGJgjm0G661BsetjzsbC45G29BifI/AYrGQx4qVYxxSJ/SXddZtZ+ApGogABS7gIFUBNtR1WM8ndUbmeaWY6TsW0JyP8Adx6QR4NeryKIKoVQFVQAABYADYAAbAAVzx/zT+439DQRPJzDLHhYVRVUcNDZQALlQTsNqnYjDq6MjgFWBVgeRBFiP3Go2Sfo0P6pP9gqbQVXkzOzYdVc3eImFydyWjOi58WADfGrWqbCnhY2WP6M6CZffS0co/hMR8bt3Vc0EfMMesMbSPey925JOwCjqxJAA6kioWSZew1TzAceW2oXuI0HqRqe5bkk9WLHqLRsIPO5hOfmImIhH15Bs0vujdU/abqtr6gUpUXMMyjgTXK2kXAHUsx5KqjdmPRRcmgh47JDrM+HYRTH1trpLbkJUHM22DjtDbcgWrMeS/lHJNrwUOiKRHdi7EOqxMxI4AHzpBJXVsq2Bboh0BwUuL3nBig6QA9tx+OwOy/hqfeJvpEfOcoi85g1LZJF4IK9ko8d5IGRhupAMqi317ctqC4yzKUgB0XLMbvIx1O572br4DkOQAFTao1zKTCnTijri+jiQALDoJ1Gyn8Qdk9dHW7Vri45UH7VfnOZmFAEXXLIdESfWe19z0QAFmPQA9bAy8ViljRpJGCogLMx5BQLknwtVXk2GaRzi5lKuw0xo3OKK9wCOjvszfsr9GgmZTlogj031OxLyOdi8jesxHTlYDoAB0qbSlBkUj//AKpw+2hV8+A29dwcORbuuC9+9mrXVj0PbGYdGxPDv/7c2w6/DiASeGpjV5ifKWBGMYYySDYxxKZGB7mCA6T71qD9zb5zDfrv+1JU3F4RJUaORQ6MLFSLg/Cs7meMxMsmH0RLAOLs0x1t80/9zGeVu+RTfpXDG4cyOYRLLi5R64L8KCK+44oitvbcRksxFr2B1UGf8vvlCfJlEcLR4kuSFWRyXhtvaQruynpqKtsd26aXyY8u1xWWLj3QRX1KVLC2sPwwA7WFmawBNrX3OxqryfyFw2KvLPGksNisQKBFb60iRrZUQ2sgXci7MWLAjb4PApFGsUSLGiiyqoCgDwAoK/yXzIzQlmkSUrJIhZCNPZc2A09y28SLHrSpmW5asClVZ2BZnJdtRuxud+6+9vGlBLpSlArhj/mn9xv6Gu9cMf8ANP7jf0NBxyT9Gh/VJ/sFTahZJ+jQ/qk/2CptBTeUfYEOI+xlUsfw39G/wAcMfdrzm8hnk8zjJAtfEONisZ5ICOTyeG6rqOxK37eUmJAhMWkSPODCkZ5MWUg6iNwgW5Y9AD1sDw8jYdOFAJLShmEzMbs0ysUdj7dOw6DSOlBdRRBVCqAFAAAAsABsAAOleq8ySBQWYgAC5J2AA5knuqk89lxe2HJig6z27Tj8BSPVP2jfsg31AJGYZ3pfgwrxZ7Ds3sqA8mlex0r3CxY9Aa/cBkml+PM3FntYMRZUB5rElzpHed2PUmpeX5dHAmiNdIuSeZJY82ZjuWPUm5qTQKq/KTCs+HYxi8kZE0Y73jOsL+1bT7GNWlKDjhcSssayKbo6hlPerC4/wNVDZZJhTqwo1Rc2wxIAHjAx2U/cPYPTRzrp5NnQksB/uJGUfq29JH8NLgfsnuqvzrytR/zfCM0sr7M0A4nCS9mbV6gbbSoJ9bc7KRQe8Lj1zGXs383w7jWrCxbELZgjqdwsexIPNtNtlN9NWR/s/O+gwJHgTGoRXJ4shQH1ZEUhCtyT2nfck7E3pgcErOIcwMjzH1RI14Jbc+GihYztuY3Gob8wNVBcTeU8AYohMzjYrCpkIPcxXsqfBiKrs7zXGcFmjijgLWROI3Ecu7BE9Gh0gamG5c2FyV2rSQwKihUUKoFgAAAB4AbVU5j6TFwRdIw2Ib2gcOMH2lmP7BoIf9ho2w/m80s0q8PhgM2lQAukHhx6VJ69q+9TcgxiLg0dhHCqKRJYLGiMl1k22AXUDUrM83SGy2Z5G9SJN3bvsL2CjqxIUdTWeybKmOLkXFAXNsTFCpJiQuSH5ga5FdQxYiwMg0gc6D1mWJkxcmHCB4YDKQJPVlk9G+6KRdEI+ke0b7AetUufCI5GAgGiFBfEFdrK24j1c9cnNje+kknd1NevKvGMjYZYwGmeYrGpNgTwnuzddCg6j4Cw3Iq0ynLRBGEBLEks7nm7tuzN4k9OgsBsBQSkQKAAAABYAbAAcrCvVKUClKUClKUCuGP+af3G/oa71wx/zT+439DQcck/Rof1Sf7BUjFYpY0aSRgqICzMeQA3JNR8k/Rof1Sf7BVe353Pp/8ATwPv3SzqQQPcjO573sPoG4dMlwzyMcVMCruNMcZ5xRXuAR0kewZ/Yq/RqI+ZrhMTKj6jxwJokUXZ5ABHKqKO60bEmwHEJJAF6mYnOmdzDhVDyKbO7X4UR++Ruz/hrv3lQb1X47KBhmixRZpJVkVZZXO5jk9GQANljVnVtIsBa533oJqZS+IIkxdtIsVwym6LbcGU/wB4/h6g6BiNRu68SzKqlmIVRuSTYAeJNVX9p43/AEdJMR4xL2P5zERn4MaC4ry7gAkmwG5Jqo0YyXm0eGXuUcaT+JgI1Phpf216XyXhJvNqxDd8zax37RnsA+IW9B+HyoibaAPiD+Cupf5u0f8Am2r8/PJfssMp/wCtJ/8AWNT/ADBVwq22FGYAEk2A3JNBic7ymLD4hJZxJiuMhi0yHVqmXtQqIwBHvqkG62GxuADWkyLKjChZ7GWQhpCvIECyondGg7Kj2nmTVHj43xKHHAEiA8XCp9ZUN3e31pUDIt+SsDzY21cE6uqupBVgGBHIgi4I9ooOlcMbgUmQxyqHU8wfDcEdxB3BG4O4rvUfHY+OFDJKwRR1PfyAA5lidgBuTsKCp402E+c1z4f7S2qWIffUC8ifeHaHUNu1VeUZq+JkxEmEs3EkEYnbeNIogVXTb5xixkcAGw17kcj2zyeaWCSRg0MVtMcNyskzuQkYlZTdEZ2UaB2t+0RutScJ5MthI0GCIGhVDRNtHLYWJ2+bkPPUosSdweYC1yzJ0h1EEvI/ryvu725XNuQ6KLKOgFQPKXErh2hxbGyRsY5D3Ry2HTc+kEewqflucJNdbFJEtrifZ1vyuORU9GF1PQ1T5jg/yiZE1EYePUoI+nOLjUPuRNy73F/oC4c48I7TQYqYESyS2VD/AHUXDchPeJGpz1NhyUVqqz0WPMyYKQizNJ2h3OIpFcfBgRWhoFKUoFKUoFKUoFcMf80/uN/Q0x2LESFyrta3ZRSzG5AFlHtrC/KX5WYlMsklwUcqOJBHJrj7SRldTMFNxbcDV0ue6gt8Tm+jCwQrII2aFGeQkAQw6QC5J21E9lB1bfcKa9RLqhAucHgkFgWPDlkUd7NYxIe8niNz7H0vlXyfZliZhxMUzgjSyOyFewFCI4PCdQABpEmjbezC5r6hleBD6ZkggxB6TPijMbj6rGIhf2bUE/CZ1EqCPBwSSqosvCQLH8JHKoR1upN6/MblmJxUbxzPHBG6lSsY4j2IsfSuAo58ght0apnnWK+wi/nn/hp51ivsIv55/wCGgrPJzJopYY5Z1M0w7LtMTJplQlX0K11XtA20gbWrTVlsuxOIixM8XBj9JbEKOMQN7JIAeFvZ1DH9YKtvOsV9hF/PP/DQWdKrPOsV9hF/PP8Aw086xX2EX88/8NBZ1RZifOpThh8yljiD0a4usN/EWL/dIX6e3HNc5xaaYo4YuNLcR+mLBbC7Ow4Q7C3F9xclR9IV2yyCeCMRpBGbXJZpyWZibszHg7sxJJ9tBeWqo8mDpjeA88PI0Q9zZ4v9N1/dXQ4zEjcwRfzz/wANZOTN8VLir4ZEjTEKI+NrurNFqe8JMdiSjMNZBXsi2q1BrsxzoRsIo1M05FxGptYfWkY7InidzY2DHaueAyU6xNiGEswvp2skd+YiQ3sbbFz2jvuAbVHy7DTQLpjw0e5uzHEEs7dWdzFdm8T7OQqX51ivsIv55/4aDjmvpMTh4eilsQ/sTsx/53v+we6rmstk+IxLyz4gQxnU3BX0xHYhLLt6Le8jSG+2xHdUvM87xEKajh42ZiERBObu59VR6L4k9ACTyoOXlNhBiJI8PGSk3rmdDZ4YibEhu9yNIU3BszEHRXTLsd5qEw2IVY1FkjlQWifoqm59HIfqkkE8mJNhzyjC4qFWLQxPLI2uR+MRqbkLDhbKosqjoAOt6/M1z0oOFPFh+2COGZi7OORAiEJZh7AaDgPR4sQdPOPOE92WKUOPhKrn2Otauv548ufKPMcNjcP5tHPEij83VlMhbV6yBmTUy9nZG3A8CK+4JnxDRxPFKZWSN3CLqWMuSvaa/LUrfAUFvSlKBSlKBSlKBUTLcOVQ6vWZmY/FiR/hapdKCFmeUJOBqurLukimzoT1Vv6jkeRBFZ/EYRI5PzxAjEgLjYrxajyAmKEFX966E8rE6Rra8yRhgVYAgixBFwQeYI7qCoOAxUXzUyzD6k4sfYJoxce1ken9oTH+kQSxfeUcVP4o7sB7yiufmUuE3w4MsA5wX7aD8Bid1H2bfskW0m0y/MY501xtqFyDzBDDmGU7hh1BsRQVGYZjGzYfFQyI6pLwnZGBGmayEEg9JOGbeHhWgqnzzyWgxSuHQB2UrxV7LjbbtqQSAd7E22qBkiYpoEkjnDm1njnXVZ1OmRVlTSw7YIuwfbpQaeo+PxyQxtLIbKouep7gABuWJIAA5kgVXfl54/0jDyJ9+P0yfAoOJb2oKiZbjkzCbio6vh4GsgBB1y8i7DmAm6qDzOpuimgnZJgHu2InFppbXW9+HGN0jB8L3YjmxPQC0vMs0jgUNITudKqBdnboqINy3s6XJsATUTHZ0dZgwyiWYesSbRxX5GVh1tuEHaO3IHVXTLclEbGWRjLORYysLWHMrGvJEv0HOwuWIvQRBlcmKOrFjTFfs4YG4I6Gdhs5+4OwOuvnXXymjIg4qC7YdlnAHUJ66gd5j1qPEiriq3HZ/BGxjZ9Un2aAyPv3ogLAHvNhQWEcgYBgbgi4I6g8qh51mHAgkkAuyr2V+s57KKPFnIX41QeTmOxLQ+bxQhOAxh1zmxCrYx+hS7E8MpszJz50zPJnmnggnnkkBLTOi+iQJHbSNKdr5x0Iu5O1BYQ5jh8DCkEkq60QXUdp22u78NbtYm7E2sL1W4HE4nEzecrh9K20wGdtAWNub8NQXMj9x0WUAXuWvJTLYpZDhoY0TDxsDPpUASSCxWMkesBszk3vspvdgNNQU35Dkk/SMTI33IvQp/lJk/e5qdl+UxQAiKNUvuSBux72bmx8SSal0oFUGe5c7uTFE3FKBVnWUqEILFS6BhqCli1rNe5HWr+lApSlApSlApSlApSlApSlAqrzDJNT8aBuFP8AWtdXA5CVLjUO43DDoRVpSgq8BnWp+DMnBn37JN1cDm0T2GpfCwYdQK5ZSeHicRB0YjEJ7JOy49okQk++tT8xy2OdNEq3F7jmCrDkysN1YdGFiK+UfKR5f4jKcVh0CriGCMRJJdSYXIBR9IALho1OsEchdb7kPoef47WTh1fhqF14iW+kRw92vo72IB6AM2xC3gS5KuNKaIvN4EAVZQpjnZRyWFls8UW3M7kcgBZjl/JebEYiKPESxMOIROC8TyqXb6YhSwZtgFZ3GgBQqbXOp4KP+keez/daN0T+XGFUjwa9By1Lg/Q4TE6it/zcxnEEE7m5itIpP1pCevOuz+UWNsurB8AHnIS2IA/6MYVzt3lbeNWWEzKKJQkeHmRByVIGUD2KBau35eX7LEfyX/8AFBW5fhYsVcvi3xFvWjVuEF8GiSzj2OTV9g8BHCuiJEjXnpRQov7AOdU2YSYeexlw0zMPVbguHX3ZAAy/AionFkj+YkxVvqTQPMvwN1k/zn2Ggsvmsd93Ex/6sP8A8tG3+kKq2x7vPMYT6aVvN4iRcJFD89KR4SSMAPpERjvIynyj/KRPhIoWOEYSiXVHIS3CNlIYEMqvcqxGmw79RtWg+SLFDEYBcUQeLIWVyfuO1gn3Llm95moNfl2AWCNYkvZepNySdyzHqxJJJ6kmpNKUClKUClKUClKUClKUClKUClKUClKUClKUCsliMNhsymCzx4eRImbQroWclW0sQ9woGobp2jbSTa9q1tVGGylVnvqcqhZ0Ts6VaS+siy6t9R2JI3NBaxRBVCqAqgAAAWAA2AAHS1eqUoFKUoFKUoIGdZJBiojFiIklTnpYX3HIg8wfEVVeRc54QjJhSyKVgjw8mH4d92FpHbULm1wBve/OtGRVVleDPEMjyPIygopbQLKSC1girzKjc35UFtSlKBSlKBSlKBSlKBSlKD//2Q==">
            <a:extLst>
              <a:ext uri="{FF2B5EF4-FFF2-40B4-BE49-F238E27FC236}">
                <a16:creationId xmlns:a16="http://schemas.microsoft.com/office/drawing/2014/main" id="{B597E45C-0700-48A4-BCA1-39B3FA6C9F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92276" y="-1165225"/>
            <a:ext cx="25622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6021" name="AutoShape 4" descr="data:image/jpeg;base64,/9j/4AAQSkZJRgABAQAAAQABAAD/2wCEAAkGBhQSERUSEhQVFRUWGBsWGRcYGBsaHBsYGhodGBgfGRYaGyceIxokHBgeIS8hIygqLCwuHR4xNTAqNSYrLCkBCQoKBQUFDQUFDSkYEhgpKSkpKSkpKSkpKSkpKSkpKSkpKSkpKSkpKSkpKSkpKSkpKSkpKSkpKSkpKSkpKSkpKf/AABEIAMwA1wMBIgACEQEDEQH/xAAcAAEAAwEBAQEBAAAAAAAAAAAABAUGAwIHAQj/xABJEAACAQIEAwMHBwkHAwUBAAABAgMAEQQFEiETMUEiUWEGFCMycXKBBzNCUlNiYxUkNHOCkZKTsRZDoaKjstODw9FEZMHC8CX/xAAUAQEAAAAAAAAAAAAAAAAAAAAA/8QAFBEBAAAAAAAAAAAAAAAAAAAAAP/aAAwDAQACEQMRAD8A+40pSgUpSgUpSgUpSgVm8LnDPmGjVIE4cqiMxuFvG8Y1lilrnUwFja2nqa0lfLflX+Ub8mYvD8PDiWYxkl3dwojLWKqqnSWJW5J5WXY7WD6lSqnyX8pI8dho54yO2qsyBgxRiLlWt1HiBVtQKUpQKUpQKpcBJIuKaJmcqY9Q4hU6yGAZk0jsqNQBU/WWw53ovlU+UFsqw8bxxCSSViq6r6FsLktbn4C4677VL+TfNo8bg0xixGJ5NSsCzPbQxFkZvodbCwHwoNZSlKBSlKBSlKBSlKBSlKBSlKBSlKBSlKBSlKDnicQsaM7sFVQWZjsAoFySe4CsljvJFMyjeXFxjU6lcOrjeBD6rW+0Y2dgeVlW2xvaSnzubQP0eBu2eksy7hPcjNi3e1h9FqvaDEYbyajkhjxOHhjuV7WH9TSw2kEEy2aJgwIsDoNtwt9Qscs4jgnDYl7obPBiU1sjc9LEFZAe4ksCNxqFTcmPDnxEB+sJ09yW9/3SI/wK99SMzyZZSJFYxzKLJKltQHOxB2ZL81a49h3oI4zqWP5/DOPvwnjJ+4ASf5P31Ny/OIZ78KRXI5qD2l95D2lPgQKiYXOWRxDilCSE2R1vwpT9wkkq/wCGxv3FhvXfN8tw7qXxCx2QE8RrKUA3JEuxX2gigsKqcfnZ1mHDqJZhbVvZIr8jK45G24Qdo7bAG9UceAxU9/NMRNDh+jTjWz/q76ZUS30y1+4da4zYp1HmIwxSNbHEPh2Mg0Nc6eSycSS12JBIUk3JYGg/MH5JRY9mnxg85j3SMuLBzezOiA2SPogBud2Ja6kX3khEI8MIAoXgM0JAAA7B7JsOrKVa/W96l5Xm+Hk7ELpdQBwx2WUDYXiNmUe0Co0foscw+jiUDj9bFZG+LRlP5RoLmlKUClKUClKUClKUClKUClKUHPEYhUUs5AUcyf8A9zrxhMakq6kNwDY7EEEdCpAIPtr3PLpUtpZrdF3PwFZLFeUsWWYWbE4oShGlsmoAzSEoAARcD6JAvbsqL0GxpVJ5IeV8GZYfzjD6tOooysLMrAAkEAkciDsau6BVTnWObUuGhNppQSW58KMbNIR3/RUHmx6gNUvNMyWCMyMCdwqqPWd2NlVR3k7f4nYGuGS5a0YaSWxnlIaQjkCB2UU89CDYd+55saCXgsEkMaxxiyqLAf8Ak8yTzJO5NzXelKCnzf0eIw0/Qs0D+7LYr/qIo/aPfVxUHPMvM2HkjU2YrdD9WRe1G3wcA/CqvC+Ub4qNRhF7TAcSRxdIW+kvTXKpuNAIAI7RHIhOz/GQqnClTjGW4WAAM0ludlO1htdjYLtcjas/FlWIiKS4sNiIEOpYVLSNAb3VmvviCotuRqUjshuY0uWZOkN2uzyP68r2LvblcgABR0VQFHQVJxeLSJGkkYKiAszHkAOdBXY/P14SNhysrzHTCAeyx6kkckUAsx6AEcyBUrKcsEEei5ZiSzuebu27Mfb3dAABsKoMBkMutsdHaKeS5ELiycM27MgG6ytpDM673sCGCgVd5ZnKykxlWjmUXeJ/WA5XBGzJfky3HsO1B2x+UxTgCWNHtuNQBIPercwfEWrO+UOTPh41xEE8g83YSaZPTKEtolPaIksI2ZrBxfTWtrxPCHVlYXVgQR3gix/woKkZriI/nsMXH14G1/vjfS49g1e2pOBz6CZtCSDXzMbXWQDvMbAPbxtauPkxMTh1Rjd4SYWPUmM6QT7VAb41Nx2WxTLpljSQcwGUGx7xfkfEb0EmlU35AZP0fESx9yOeMn7pO3b2OKflDExfOwCUD6cDbnxMMliPYrPQXNRsTmCRsqs3abkoBY87XsoJ03Iux2FxvWN8oPllwODlWGXjFzYsBERwwfrh9J+AB2san4qKbjvNCZHEyxtCyaSmwtplJ34f0tvtHI7VBrKUpQKUpQKUpQKofLbyWhx+EeHEA6R21KmzKyg2INvE/vq+rhj/AJp/cb+hoMD8neRPgcIPNQZLOePCxALMQCHic8mMZTst2T3rzO5y/NY5kLIfV2ZWGlkbqHU7qfA+3lvVLkXopYhyXE4aM/8AVhUA/Fo2X4RGuWfZWMbOYojwzGtp5gLhgRdYHW9nU+synkpsCDJegn5YPOpBi2+aW4w694Is0xHew2XuXf6ZteVUYDOSGWDEKIpjstjeOS32THrbfQe0N+YF6t6BXDHY5IUMkrBFHMnx2AHeSdgBuTYComZZ0I2EUamWci4iUjYctUjckS/0jz3sGO1c8DkpLifEsJZh6oAtHFfnwkPW22s9o78gdNBw4M2L+c1wYf7O+mWUffYbxp90do9Su6n15PRiF58KoCrGwkjUAACKW5AAGwAkWRQPuiruqbNBw8Vh5ujasO37dnjJ9jpYe+e+guaogfO5v/bwP8JZ0P8AikZHxcfc365zi2dlwsLFZHGp3HOKG9i3g7EFU8bncIassHhEiRY41CogCqB0A5UHaoWZZSk4Gq4ZblJFNnQna6t08RyPUGptKCkjzd8ORHjLaTsuJAsjdAJR/dv4+oehBOkXdQc0zSCJbTuihgQFYi794VObewA1m4sXiIL+Y4eWbD2+bmPC0fqWa8hX8Mpt9Ej1SFzh/RY2RPo4hBKP1kdo5P3pwjb7rGp+PzOKEBppEjB2GpgLnuAPM+A3rJZjrniTFtirpDINawKY9CE6JgzOTIGRW1NfTsp7I2rTYTJsPh7yKiq1jqlY3ew3OqVyWsPE2oI/5eeT9Hw8r/fk9Cn73Gu3sQ1VZji8QWMZm9JbU0UACLGp3vPipAxVfFVViL2U1Y+fS4vbDkxQdZyO04/AVhy/EYW+qDfUIoy+ORzhIVth4zqxLbniObMI2Y7sTs0hJJI0qb6jYPmzfJzFjsckuIeVlfTc6iCysJDGe0WZQwiY2vcLw7m7G322GFUUIoAVQFAHIACwA+FZfLxq4M554jFNKPc4Txxf6aKfia1dApSlApSlApSlArhj/mn9xv6Gu9Qs6xaRYeWSQ6VVGufhYADqSdgBuSQKDMeUGP4WBwrofTIEkTa4CrHaZ3AIPDWNiT39kc2FanKsuWCMRqSeZZj6zuTdmY9WY7/02qn8lMqJgWacAySxImnmEiCjTGP3lm72J6BbesozdIMKqzMdUTHDWF2d2Q6UCrzZmQK23eTy3oLnH4KOWNo5VDIeYPhuCD0IO4I3B3FZE5viFBWFnkwgNjjNOt0XroX++A+1sQOoksTVyMtkxR1YoaIr9nDAg6h0M7D1j+GOyOuvpeKthYUEHJsHCkYMBDK/bMmrWZCR6zSXOokdb8rAbCp9U2Iyh4maXCEKSdTwttHIepFvUkP1gLE+sDzErLM4SbUtmSRLa4nsHS/K4BsVPRlJU9DQT6pPLF7YRwLmQleCBzacENCB+2oJ8AxNgDUrMfKCCA2llUNa+gdp7dTw1u1vG1hVBgsXiMVN50mHsgFsOZ20AI3rScNQzl3HQhbKALgs1Bb+S0IMAnJ1SYgCWRvEjZfBUHYA6W7yal5hncMBAlkVWO4Tm7e7GLs3wBrP5Jkzl5sPPPJaN9Yji9Chjlu4I0kyW1613c+oa0eX5TFACIo1S/Mgbse9m5sfEkmgg/liaT5jDNb687cJf4QGkP8ACPaKfkeaT5/Et7kA4S/xXaQ/xD2CrmlBCy/JYYLmKNVY+s3N296Q3ZviTU2lU+KzlndocKoeRTZ5Gvwoj98jdn/DU35XKg3oIXlZgogC4YpPKpjCquvji1ijwgjWLH1rgqPpKKqfJjEnFhIswJEsd0GHPqO0XZdy/KZri5GwXbs8mOqyzJViJkZmkmYWaV/WI52AGypfkq2HtO9U2aJDHLOmIBMUiriUtfUJVtC4jK9oSX4RXTuWdrUFvnWYMmmGGxnluEvuEUW1yMPqoDy+kSq7XuIeZ4bzfB8CEkPIRCrE3YySmzSMerC7SHvsar8pM2EvNjQXEgF5h2mgQerHKALaVuSZUFixYsAAGNpLKJsZEFIKQxmckG4LSXjit3gqJTcdw76DpjsOqHCIosqy6VHcBDIAP3CreqzNvnMN+u/7UlWdApSlApSlApSlArN4j87Z5P8A08Gvh90kyggv4ohuq97aj9FTXfP8dqPmyvwxp1zy308KHr279l3sQD0AZugvEdnnhKYcHD4VYyA9tLuoWyiJT6kdvpMLkeqB61B1wWdHhRQYdeLMIo9W9kiugsZX6G24Qdo7bAG9csryrgY9mlPFkxEWoSlQLPGQsiovJVKtHYDc6Dctbb3kub4bD4eGGMgsI0JiiUyOCVBJZUBIJJvdrX76i+UWOxLImISEQrA4kLzG7BCCkh4MZ9UI5Y3dT2aDX1XY3yhgibhs95Ps0Bd9+V40BYDxIAqP/Z4yfpE8sv3QeEn8MdiR7zGrHBYCOFdESJGvPSihRfvsOvjQV35RxMvzOHEYP052t8RCl2PsZk9tRcd5H+cWbEYiUuAdLRehCX56dHb0nuZmB63rR1WZ1j2XTDDbjy3CXFwii2uRh9VQRt1YqOtBlYCok8ykSKOFXtNLEumOd9ikT/Vc3BdWJ1bKCdZA3tQsJk8ccHA060sQweza9W7l7izFiSTfmSar/N5cJvHrnw/2d9UsY/DY7un3D2h0J9Wg6Zh6LFwS9JQ2Hf2/ORE+wq4HvmrmqbM3GKwjPh2DsLSRn8SNg6q19wdS6WB3FyCKssDjFliSVPVdQ49jC4uO/eg71xxeLSJGkkYIii5YmwAqJmedLEQgVpJmF0iS2ojvJOyp3sxA9p2rjhcmZ3WbFFZJFOpEW/CiPTQDuz/iNv3BQbUHH02L+vh8P8VmlH9Y0P8AGfudbfB4NIkWONQiKLBVFgB4Cu1KBWNzKczSxY2w83w0wVLi+vWeFJLf6iFhp8FdvqkW+bzGeTzOMkAgNO4NisZ5ICOTyWI7wuo7HTexxOWo8DQaQI2Qx6RsAhXTYAchaglVj8iy6SMSYvChdM0jN5ueyrRqdCGNvoOQuq3qEsb6b6hMbNpDl4N/zhvza/45bgliO4NdyO4Gr7BYVYo0jTZUUIo+6osP8BQU0mbJO+H0XDLPZ0YaXQ8KQ2ZTy8DyI3BIq/rP+U2VCSXDOpMcwkKrKoGoDhyGxvsyEjdTt7DvUjC50yOsOKURyMdKOPmpT9wndX/DbfuLWvQXFKUoFKUoKjPMXJFodWOnUqkaAVALdtpH5qoXkRYA87jljvlV+VZ8qkhhihWRpF4jM5YKFDabLp5sbHe+22xvW6x2UrKe2z6eTIGIVh3MvUHkR1rlnXkzhsWFGJgjm0G661BsetjzsbC45G29BifI/AYrGQx4qVYxxSJ/SXddZtZ+ApGogABS7gIFUBNtR1WM8ndUbmeaWY6TsW0JyP8Adx6QR4NeryKIKoVQFVQAABYADYAAbAAVzx/zT+439DQRPJzDLHhYVRVUcNDZQALlQTsNqnYjDq6MjgFWBVgeRBFiP3Go2Sfo0P6pP9gqbQVXkzOzYdVc3eImFydyWjOi58WADfGrWqbCnhY2WP6M6CZffS0co/hMR8bt3Vc0EfMMesMbSPey925JOwCjqxJAA6kioWSZew1TzAceW2oXuI0HqRqe5bkk9WLHqLRsIPO5hOfmImIhH15Bs0vujdU/abqtr6gUpUXMMyjgTXK2kXAHUsx5KqjdmPRRcmgh47JDrM+HYRTH1trpLbkJUHM22DjtDbcgWrMeS/lHJNrwUOiKRHdi7EOqxMxI4AHzpBJXVsq2Bboh0BwUuL3nBig6QA9tx+OwOy/hqfeJvpEfOcoi85g1LZJF4IK9ko8d5IGRhupAMqi317ctqC4yzKUgB0XLMbvIx1O572br4DkOQAFTao1zKTCnTijri+jiQALDoJ1Gyn8Qdk9dHW7Vri45UH7VfnOZmFAEXXLIdESfWe19z0QAFmPQA9bAy8ViljRpJGCogLMx5BQLknwtVXk2GaRzi5lKuw0xo3OKK9wCOjvszfsr9GgmZTlogj031OxLyOdi8jesxHTlYDoAB0qbSlBkUj//AKpw+2hV8+A29dwcORbuuC9+9mrXVj0PbGYdGxPDv/7c2w6/DiASeGpjV5ifKWBGMYYySDYxxKZGB7mCA6T71qD9zb5zDfrv+1JU3F4RJUaORQ6MLFSLg/Cs7meMxMsmH0RLAOLs0x1t80/9zGeVu+RTfpXDG4cyOYRLLi5R64L8KCK+44oitvbcRksxFr2B1UGf8vvlCfJlEcLR4kuSFWRyXhtvaQruynpqKtsd26aXyY8u1xWWLj3QRX1KVLC2sPwwA7WFmawBNrX3OxqryfyFw2KvLPGksNisQKBFb60iRrZUQ2sgXci7MWLAjb4PApFGsUSLGiiyqoCgDwAoK/yXzIzQlmkSUrJIhZCNPZc2A09y28SLHrSpmW5asClVZ2BZnJdtRuxud+6+9vGlBLpSlArhj/mn9xv6Gu9cMf8ANP7jf0NBxyT9Gh/VJ/sFTahZJ+jQ/qk/2CptBTeUfYEOI+xlUsfw39G/wAcMfdrzm8hnk8zjJAtfEONisZ5ICOTyeG6rqOxK37eUmJAhMWkSPODCkZ5MWUg6iNwgW5Y9AD1sDw8jYdOFAJLShmEzMbs0ysUdj7dOw6DSOlBdRRBVCqAFAAAAsABsAAOleq8ySBQWYgAC5J2AA5knuqk89lxe2HJig6z27Tj8BSPVP2jfsg31AJGYZ3pfgwrxZ7Ds3sqA8mlex0r3CxY9Aa/cBkml+PM3FntYMRZUB5rElzpHed2PUmpeX5dHAmiNdIuSeZJY82ZjuWPUm5qTQKq/KTCs+HYxi8kZE0Y73jOsL+1bT7GNWlKDjhcSssayKbo6hlPerC4/wNVDZZJhTqwo1Rc2wxIAHjAx2U/cPYPTRzrp5NnQksB/uJGUfq29JH8NLgfsnuqvzrytR/zfCM0sr7M0A4nCS9mbV6gbbSoJ9bc7KRQe8Lj1zGXs383w7jWrCxbELZgjqdwsexIPNtNtlN9NWR/s/O+gwJHgTGoRXJ4shQH1ZEUhCtyT2nfck7E3pgcErOIcwMjzH1RI14Jbc+GihYztuY3Gob8wNVBcTeU8AYohMzjYrCpkIPcxXsqfBiKrs7zXGcFmjijgLWROI3Ecu7BE9Gh0gamG5c2FyV2rSQwKihUUKoFgAAAB4AbVU5j6TFwRdIw2Ib2gcOMH2lmP7BoIf9ho2w/m80s0q8PhgM2lQAukHhx6VJ69q+9TcgxiLg0dhHCqKRJYLGiMl1k22AXUDUrM83SGy2Z5G9SJN3bvsL2CjqxIUdTWeybKmOLkXFAXNsTFCpJiQuSH5ga5FdQxYiwMg0gc6D1mWJkxcmHCB4YDKQJPVlk9G+6KRdEI+ke0b7AetUufCI5GAgGiFBfEFdrK24j1c9cnNje+kknd1NevKvGMjYZYwGmeYrGpNgTwnuzddCg6j4Cw3Iq0ynLRBGEBLEks7nm7tuzN4k9OgsBsBQSkQKAAAABYAbAAcrCvVKUClKUClKUCuGP+af3G/oa71wx/zT+439DQcck/Rof1Sf7BUjFYpY0aSRgqICzMeQA3JNR8k/Rof1Sf7BVe353Pp/8ATwPv3SzqQQPcjO573sPoG4dMlwzyMcVMCruNMcZ5xRXuAR0kewZ/Yq/RqI+ZrhMTKj6jxwJokUXZ5ABHKqKO60bEmwHEJJAF6mYnOmdzDhVDyKbO7X4UR++Ruz/hrv3lQb1X47KBhmixRZpJVkVZZXO5jk9GQANljVnVtIsBa533oJqZS+IIkxdtIsVwym6LbcGU/wB4/h6g6BiNRu68SzKqlmIVRuSTYAeJNVX9p43/AEdJMR4xL2P5zERn4MaC4ry7gAkmwG5Jqo0YyXm0eGXuUcaT+JgI1Phpf216XyXhJvNqxDd8zax37RnsA+IW9B+HyoibaAPiD+Cupf5u0f8Am2r8/PJfssMp/wCtJ/8AWNT/ADBVwq22FGYAEk2A3JNBic7ymLD4hJZxJiuMhi0yHVqmXtQqIwBHvqkG62GxuADWkyLKjChZ7GWQhpCvIECyondGg7Kj2nmTVHj43xKHHAEiA8XCp9ZUN3e31pUDIt+SsDzY21cE6uqupBVgGBHIgi4I9ooOlcMbgUmQxyqHU8wfDcEdxB3BG4O4rvUfHY+OFDJKwRR1PfyAA5lidgBuTsKCp402E+c1z4f7S2qWIffUC8ifeHaHUNu1VeUZq+JkxEmEs3EkEYnbeNIogVXTb5xixkcAGw17kcj2zyeaWCSRg0MVtMcNyskzuQkYlZTdEZ2UaB2t+0RutScJ5MthI0GCIGhVDRNtHLYWJ2+bkPPUosSdweYC1yzJ0h1EEvI/ryvu725XNuQ6KLKOgFQPKXErh2hxbGyRsY5D3Ry2HTc+kEewqflucJNdbFJEtrifZ1vyuORU9GF1PQ1T5jg/yiZE1EYePUoI+nOLjUPuRNy73F/oC4c48I7TQYqYESyS2VD/AHUXDchPeJGpz1NhyUVqqz0WPMyYKQizNJ2h3OIpFcfBgRWhoFKUoFKUoFKUoFcMf80/uN/Q0x2LESFyrta3ZRSzG5AFlHtrC/KX5WYlMsklwUcqOJBHJrj7SRldTMFNxbcDV0ue6gt8Tm+jCwQrII2aFGeQkAQw6QC5J21E9lB1bfcKa9RLqhAucHgkFgWPDlkUd7NYxIe8niNz7H0vlXyfZliZhxMUzgjSyOyFewFCI4PCdQABpEmjbezC5r6hleBD6ZkggxB6TPijMbj6rGIhf2bUE/CZ1EqCPBwSSqosvCQLH8JHKoR1upN6/MblmJxUbxzPHBG6lSsY4j2IsfSuAo58ght0apnnWK+wi/nn/hp51ivsIv55/wCGgrPJzJopYY5Z1M0w7LtMTJplQlX0K11XtA20gbWrTVlsuxOIixM8XBj9JbEKOMQN7JIAeFvZ1DH9YKtvOsV9hF/PP/DQWdKrPOsV9hF/PP8Aw086xX2EX88/8NBZ1RZifOpThh8yljiD0a4usN/EWL/dIX6e3HNc5xaaYo4YuNLcR+mLBbC7Ow4Q7C3F9xclR9IV2yyCeCMRpBGbXJZpyWZibszHg7sxJJ9tBeWqo8mDpjeA88PI0Q9zZ4v9N1/dXQ4zEjcwRfzz/wANZOTN8VLir4ZEjTEKI+NrurNFqe8JMdiSjMNZBXsi2q1BrsxzoRsIo1M05FxGptYfWkY7InidzY2DHaueAyU6xNiGEswvp2skd+YiQ3sbbFz2jvuAbVHy7DTQLpjw0e5uzHEEs7dWdzFdm8T7OQqX51ivsIv55/4aDjmvpMTh4eilsQ/sTsx/53v+we6rmstk+IxLyz4gQxnU3BX0xHYhLLt6Le8jSG+2xHdUvM87xEKajh42ZiERBObu59VR6L4k9ACTyoOXlNhBiJI8PGSk3rmdDZ4YibEhu9yNIU3BszEHRXTLsd5qEw2IVY1FkjlQWifoqm59HIfqkkE8mJNhzyjC4qFWLQxPLI2uR+MRqbkLDhbKosqjoAOt6/M1z0oOFPFh+2COGZi7OORAiEJZh7AaDgPR4sQdPOPOE92WKUOPhKrn2Otauv548ufKPMcNjcP5tHPEij83VlMhbV6yBmTUy9nZG3A8CK+4JnxDRxPFKZWSN3CLqWMuSvaa/LUrfAUFvSlKBSlKBSlKBUTLcOVQ6vWZmY/FiR/hapdKCFmeUJOBqurLukimzoT1Vv6jkeRBFZ/EYRI5PzxAjEgLjYrxajyAmKEFX966E8rE6Rra8yRhgVYAgixBFwQeYI7qCoOAxUXzUyzD6k4sfYJoxce1ken9oTH+kQSxfeUcVP4o7sB7yiufmUuE3w4MsA5wX7aD8Bid1H2bfskW0m0y/MY501xtqFyDzBDDmGU7hh1BsRQVGYZjGzYfFQyI6pLwnZGBGmayEEg9JOGbeHhWgqnzzyWgxSuHQB2UrxV7LjbbtqQSAd7E22qBkiYpoEkjnDm1njnXVZ1OmRVlTSw7YIuwfbpQaeo+PxyQxtLIbKouep7gABuWJIAA5kgVXfl54/0jDyJ9+P0yfAoOJb2oKiZbjkzCbio6vh4GsgBB1y8i7DmAm6qDzOpuimgnZJgHu2InFppbXW9+HGN0jB8L3YjmxPQC0vMs0jgUNITudKqBdnboqINy3s6XJsATUTHZ0dZgwyiWYesSbRxX5GVh1tuEHaO3IHVXTLclEbGWRjLORYysLWHMrGvJEv0HOwuWIvQRBlcmKOrFjTFfs4YG4I6Gdhs5+4OwOuvnXXymjIg4qC7YdlnAHUJ66gd5j1qPEiriq3HZ/BGxjZ9Un2aAyPv3ogLAHvNhQWEcgYBgbgi4I6g8qh51mHAgkkAuyr2V+s57KKPFnIX41QeTmOxLQ+bxQhOAxh1zmxCrYx+hS7E8MpszJz50zPJnmnggnnkkBLTOi+iQJHbSNKdr5x0Iu5O1BYQ5jh8DCkEkq60QXUdp22u78NbtYm7E2sL1W4HE4nEzecrh9K20wGdtAWNub8NQXMj9x0WUAXuWvJTLYpZDhoY0TDxsDPpUASSCxWMkesBszk3vspvdgNNQU35Dkk/SMTI33IvQp/lJk/e5qdl+UxQAiKNUvuSBux72bmx8SSal0oFUGe5c7uTFE3FKBVnWUqEILFS6BhqCli1rNe5HWr+lApSlApSlApSlApSlApSlAqrzDJNT8aBuFP8AWtdXA5CVLjUO43DDoRVpSgq8BnWp+DMnBn37JN1cDm0T2GpfCwYdQK5ZSeHicRB0YjEJ7JOy49okQk++tT8xy2OdNEq3F7jmCrDkysN1YdGFiK+UfKR5f4jKcVh0CriGCMRJJdSYXIBR9IALho1OsEchdb7kPoef47WTh1fhqF14iW+kRw92vo72IB6AM2xC3gS5KuNKaIvN4EAVZQpjnZRyWFls8UW3M7kcgBZjl/JebEYiKPESxMOIROC8TyqXb6YhSwZtgFZ3GgBQqbXOp4KP+keez/daN0T+XGFUjwa9By1Lg/Q4TE6it/zcxnEEE7m5itIpP1pCevOuz+UWNsurB8AHnIS2IA/6MYVzt3lbeNWWEzKKJQkeHmRByVIGUD2KBau35eX7LEfyX/8AFBW5fhYsVcvi3xFvWjVuEF8GiSzj2OTV9g8BHCuiJEjXnpRQov7AOdU2YSYeexlw0zMPVbguHX3ZAAy/AionFkj+YkxVvqTQPMvwN1k/zn2Ggsvmsd93Ex/6sP8A8tG3+kKq2x7vPMYT6aVvN4iRcJFD89KR4SSMAPpERjvIynyj/KRPhIoWOEYSiXVHIS3CNlIYEMqvcqxGmw79RtWg+SLFDEYBcUQeLIWVyfuO1gn3Llm95moNfl2AWCNYkvZepNySdyzHqxJJJ6kmpNKUClKUClKUClKUClKUClKUClKUClKUClKUCsliMNhsymCzx4eRImbQroWclW0sQ9woGobp2jbSTa9q1tVGGylVnvqcqhZ0Ts6VaS+siy6t9R2JI3NBaxRBVCqAqgAAAWAA2AAHS1eqUoFKUoFKUoIGdZJBiojFiIklTnpYX3HIg8wfEVVeRc54QjJhSyKVgjw8mH4d92FpHbULm1wBve/OtGRVVleDPEMjyPIygopbQLKSC1girzKjc35UFtSlKBSlKBSlKBSlKBSlKD//2Q==">
            <a:extLst>
              <a:ext uri="{FF2B5EF4-FFF2-40B4-BE49-F238E27FC236}">
                <a16:creationId xmlns:a16="http://schemas.microsoft.com/office/drawing/2014/main" id="{0AF78BF3-4F46-462B-A9D2-11CB71CBA0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92276" y="-1165225"/>
            <a:ext cx="25622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86022" name="Picture 6" descr="http://mathworld.wolfram.com/images/eps-gif/VertexDegrees_1000.gif">
            <a:extLst>
              <a:ext uri="{FF2B5EF4-FFF2-40B4-BE49-F238E27FC236}">
                <a16:creationId xmlns:a16="http://schemas.microsoft.com/office/drawing/2014/main" id="{5302A497-4282-4D6B-AD0B-FC80F50FF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679" y="1171572"/>
            <a:ext cx="4295775" cy="407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3" name="TextBox 8">
            <a:extLst>
              <a:ext uri="{FF2B5EF4-FFF2-40B4-BE49-F238E27FC236}">
                <a16:creationId xmlns:a16="http://schemas.microsoft.com/office/drawing/2014/main" id="{30DAC7AE-846D-4912-BC32-3D4D8A07E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895" y="5384798"/>
            <a:ext cx="69008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rgbClr val="050507"/>
                </a:solidFill>
              </a:rPr>
              <a:t>Pada </a:t>
            </a:r>
            <a:r>
              <a:rPr lang="en-US" altLang="en-US" dirty="0" err="1">
                <a:solidFill>
                  <a:srgbClr val="050507"/>
                </a:solidFill>
              </a:rPr>
              <a:t>graf</a:t>
            </a:r>
            <a:r>
              <a:rPr lang="en-US" altLang="en-US" dirty="0">
                <a:solidFill>
                  <a:srgbClr val="050507"/>
                </a:solidFill>
              </a:rPr>
              <a:t> di </a:t>
            </a:r>
            <a:r>
              <a:rPr lang="en-US" altLang="en-US" dirty="0" err="1">
                <a:solidFill>
                  <a:srgbClr val="050507"/>
                </a:solidFill>
              </a:rPr>
              <a:t>atas</a:t>
            </a:r>
            <a:r>
              <a:rPr lang="en-US" altLang="en-US" dirty="0">
                <a:solidFill>
                  <a:srgbClr val="050507"/>
                </a:solidFill>
              </a:rPr>
              <a:t>, </a:t>
            </a:r>
            <a:r>
              <a:rPr lang="en-US" altLang="en-US" dirty="0" err="1">
                <a:solidFill>
                  <a:srgbClr val="050507"/>
                </a:solidFill>
              </a:rPr>
              <a:t>derajat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setiap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simpul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ditunjukkan</a:t>
            </a:r>
            <a:r>
              <a:rPr lang="en-US" altLang="en-US" dirty="0">
                <a:solidFill>
                  <a:srgbClr val="050507"/>
                </a:solidFill>
              </a:rPr>
              <a:t> pada </a:t>
            </a:r>
            <a:r>
              <a:rPr lang="en-US" altLang="en-US" dirty="0" err="1">
                <a:solidFill>
                  <a:srgbClr val="050507"/>
                </a:solidFill>
              </a:rPr>
              <a:t>masing-masing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simpul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5">
            <a:extLst>
              <a:ext uri="{FF2B5EF4-FFF2-40B4-BE49-F238E27FC236}">
                <a16:creationId xmlns:a16="http://schemas.microsoft.com/office/drawing/2014/main" id="{C0DC59FC-E470-4F79-9A88-FF3E4741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B983226-CB16-4149-AB16-AF485B35493D}" type="slidenum">
              <a:rPr lang="en-GB" altLang="en-US" sz="1400"/>
              <a:pPr eaLnBrk="1" hangingPunct="1"/>
              <a:t>30</a:t>
            </a:fld>
            <a:endParaRPr lang="en-GB" altLang="en-US" sz="1400"/>
          </a:p>
        </p:txBody>
      </p:sp>
      <p:graphicFrame>
        <p:nvGraphicFramePr>
          <p:cNvPr id="19458" name="Object 5">
            <a:extLst>
              <a:ext uri="{FF2B5EF4-FFF2-40B4-BE49-F238E27FC236}">
                <a16:creationId xmlns:a16="http://schemas.microsoft.com/office/drawing/2014/main" id="{B17CF3F1-B401-428C-A19B-68D02E8ECB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656694"/>
              </p:ext>
            </p:extLst>
          </p:nvPr>
        </p:nvGraphicFramePr>
        <p:xfrm>
          <a:off x="1486622" y="1311911"/>
          <a:ext cx="8282218" cy="5044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3341520" progId="Word.Document.8">
                  <p:embed/>
                </p:oleObj>
              </mc:Choice>
              <mc:Fallback>
                <p:oleObj name="Document" r:id="rId2" imgW="5486400" imgH="3341520" progId="Word.Document.8">
                  <p:embed/>
                  <p:pic>
                    <p:nvPicPr>
                      <p:cNvPr id="19458" name="Object 5">
                        <a:extLst>
                          <a:ext uri="{FF2B5EF4-FFF2-40B4-BE49-F238E27FC236}">
                            <a16:creationId xmlns:a16="http://schemas.microsoft.com/office/drawing/2014/main" id="{B17CF3F1-B401-428C-A19B-68D02E8ECB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6622" y="1311911"/>
                        <a:ext cx="8282218" cy="5044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73D33D0-BF10-40B5-AF22-927BEB3AEF41}"/>
              </a:ext>
            </a:extLst>
          </p:cNvPr>
          <p:cNvSpPr txBox="1"/>
          <p:nvPr/>
        </p:nvSpPr>
        <p:spPr>
          <a:xfrm>
            <a:off x="1757680" y="501650"/>
            <a:ext cx="90387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Pada </a:t>
            </a:r>
            <a:r>
              <a:rPr lang="en-US" sz="2000" dirty="0" err="1"/>
              <a:t>graf</a:t>
            </a:r>
            <a:r>
              <a:rPr lang="en-US" sz="2000" dirty="0"/>
              <a:t> </a:t>
            </a:r>
            <a:r>
              <a:rPr lang="en-US" sz="2000" dirty="0" err="1"/>
              <a:t>berarah</a:t>
            </a:r>
            <a:r>
              <a:rPr lang="en-US" sz="2000" dirty="0"/>
              <a:t>, </a:t>
            </a:r>
            <a:r>
              <a:rPr lang="en-US" sz="2000" dirty="0" err="1"/>
              <a:t>derajat</a:t>
            </a:r>
            <a:r>
              <a:rPr lang="en-US" sz="2000" dirty="0"/>
              <a:t> </a:t>
            </a:r>
            <a:r>
              <a:rPr lang="en-US" sz="2000" dirty="0" err="1"/>
              <a:t>simpul</a:t>
            </a:r>
            <a:r>
              <a:rPr lang="en-US" sz="2000" dirty="0"/>
              <a:t> </a:t>
            </a:r>
            <a:r>
              <a:rPr lang="en-US" sz="2000" dirty="0" err="1"/>
              <a:t>dibedakan</a:t>
            </a:r>
            <a:r>
              <a:rPr lang="en-US" sz="2000" dirty="0"/>
              <a:t> </a:t>
            </a:r>
            <a:r>
              <a:rPr lang="en-US" sz="2000" dirty="0" err="1"/>
              <a:t>lagi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 </a:t>
            </a:r>
            <a:r>
              <a:rPr lang="en-US" sz="2000" dirty="0" err="1"/>
              <a:t>derajat</a:t>
            </a:r>
            <a:r>
              <a:rPr lang="en-US" sz="2000" dirty="0"/>
              <a:t> </a:t>
            </a:r>
            <a:r>
              <a:rPr lang="en-US" sz="2000" dirty="0" err="1"/>
              <a:t>masuk</a:t>
            </a:r>
            <a:r>
              <a:rPr lang="en-US" sz="2000" dirty="0"/>
              <a:t> (in-degree) </a:t>
            </a:r>
          </a:p>
          <a:p>
            <a:pPr algn="ctr"/>
            <a:r>
              <a:rPr lang="en-US" sz="2000" dirty="0"/>
              <a:t>dan </a:t>
            </a:r>
            <a:r>
              <a:rPr lang="en-US" sz="2000" dirty="0" err="1"/>
              <a:t>derajat</a:t>
            </a:r>
            <a:r>
              <a:rPr lang="en-US" sz="2000" dirty="0"/>
              <a:t> </a:t>
            </a:r>
            <a:r>
              <a:rPr lang="en-US" sz="2000" dirty="0" err="1"/>
              <a:t>keluar</a:t>
            </a:r>
            <a:r>
              <a:rPr lang="en-US" sz="2000" dirty="0"/>
              <a:t> (out-degree)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Slide Number Placeholder 5">
            <a:extLst>
              <a:ext uri="{FF2B5EF4-FFF2-40B4-BE49-F238E27FC236}">
                <a16:creationId xmlns:a16="http://schemas.microsoft.com/office/drawing/2014/main" id="{2FB5AD5C-FA61-40F8-8B55-065040FA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A809E78-C820-4C9D-8789-4E5C343631DF}" type="slidenum">
              <a:rPr lang="en-GB" altLang="en-US" sz="1400"/>
              <a:pPr eaLnBrk="1" hangingPunct="1"/>
              <a:t>31</a:t>
            </a:fld>
            <a:endParaRPr lang="en-GB" altLang="en-US" sz="1400"/>
          </a:p>
        </p:txBody>
      </p:sp>
      <p:graphicFrame>
        <p:nvGraphicFramePr>
          <p:cNvPr id="20482" name="Object 6">
            <a:extLst>
              <a:ext uri="{FF2B5EF4-FFF2-40B4-BE49-F238E27FC236}">
                <a16:creationId xmlns:a16="http://schemas.microsoft.com/office/drawing/2014/main" id="{1661C6DC-807C-44E9-97FB-B9C81BC8BE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85212"/>
              </p:ext>
            </p:extLst>
          </p:nvPr>
        </p:nvGraphicFramePr>
        <p:xfrm>
          <a:off x="4312551" y="3749359"/>
          <a:ext cx="8138899" cy="2606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1757160" progId="Word.Document.8">
                  <p:embed/>
                </p:oleObj>
              </mc:Choice>
              <mc:Fallback>
                <p:oleObj name="Document" r:id="rId2" imgW="5486400" imgH="1757160" progId="Word.Document.8">
                  <p:embed/>
                  <p:pic>
                    <p:nvPicPr>
                      <p:cNvPr id="20482" name="Object 6">
                        <a:extLst>
                          <a:ext uri="{FF2B5EF4-FFF2-40B4-BE49-F238E27FC236}">
                            <a16:creationId xmlns:a16="http://schemas.microsoft.com/office/drawing/2014/main" id="{1661C6DC-807C-44E9-97FB-B9C81BC8BE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2551" y="3749359"/>
                        <a:ext cx="8138899" cy="2606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7">
            <a:extLst>
              <a:ext uri="{FF2B5EF4-FFF2-40B4-BE49-F238E27FC236}">
                <a16:creationId xmlns:a16="http://schemas.microsoft.com/office/drawing/2014/main" id="{5BD68E87-9D41-4924-8FEB-CDC3EFEE26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717647"/>
              </p:ext>
            </p:extLst>
          </p:nvPr>
        </p:nvGraphicFramePr>
        <p:xfrm>
          <a:off x="449263" y="367348"/>
          <a:ext cx="6858000" cy="415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486400" imgH="3322080" progId="Word.Document.8">
                  <p:embed/>
                </p:oleObj>
              </mc:Choice>
              <mc:Fallback>
                <p:oleObj name="Document" r:id="rId4" imgW="5486400" imgH="3322080" progId="Word.Document.8">
                  <p:embed/>
                  <p:pic>
                    <p:nvPicPr>
                      <p:cNvPr id="20483" name="Object 7">
                        <a:extLst>
                          <a:ext uri="{FF2B5EF4-FFF2-40B4-BE49-F238E27FC236}">
                            <a16:creationId xmlns:a16="http://schemas.microsoft.com/office/drawing/2014/main" id="{5BD68E87-9D41-4924-8FEB-CDC3EFEE26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3" y="367348"/>
                        <a:ext cx="6858000" cy="415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6" name="Picture 7" descr="https://encrypted-tbn2.gstatic.com/images?q=tbn:ANd9GcTIBf_hBQns55gUxKdChNTzmNrSc_2MyiwOuSMP1xJww-CtUKNG">
            <a:extLst>
              <a:ext uri="{FF2B5EF4-FFF2-40B4-BE49-F238E27FC236}">
                <a16:creationId xmlns:a16="http://schemas.microsoft.com/office/drawing/2014/main" id="{54F4D202-01D7-4FBB-8EEF-6AC97A807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928689"/>
            <a:ext cx="2071687" cy="13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Slide Number Placeholder 5">
            <a:extLst>
              <a:ext uri="{FF2B5EF4-FFF2-40B4-BE49-F238E27FC236}">
                <a16:creationId xmlns:a16="http://schemas.microsoft.com/office/drawing/2014/main" id="{7651CBD9-E3CD-49A1-873A-49A5CC138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6EB44BB-897C-4B4A-B693-3E53D43B850C}" type="slidenum">
              <a:rPr lang="en-GB" altLang="en-US" sz="1400"/>
              <a:pPr eaLnBrk="1" hangingPunct="1"/>
              <a:t>32</a:t>
            </a:fld>
            <a:endParaRPr lang="en-GB" altLang="en-US" sz="1400"/>
          </a:p>
        </p:txBody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8B01AF48-8230-4E69-8FCD-4D10B81CBB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22680" y="763587"/>
            <a:ext cx="10632440" cy="5330825"/>
          </a:xfrm>
        </p:spPr>
        <p:txBody>
          <a:bodyPr/>
          <a:lstStyle/>
          <a:p>
            <a:r>
              <a:rPr lang="en-US" altLang="en-US" dirty="0" err="1">
                <a:solidFill>
                  <a:srgbClr val="050507"/>
                </a:solidFill>
              </a:rPr>
              <a:t>Akibat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dari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i="1" dirty="0">
                <a:solidFill>
                  <a:srgbClr val="050507"/>
                </a:solidFill>
              </a:rPr>
              <a:t>lemma</a:t>
            </a:r>
            <a:r>
              <a:rPr lang="en-US" altLang="en-US" dirty="0">
                <a:solidFill>
                  <a:srgbClr val="050507"/>
                </a:solidFill>
              </a:rPr>
              <a:t> (</a:t>
            </a:r>
            <a:r>
              <a:rPr lang="en-US" altLang="en-US" i="1" dirty="0">
                <a:solidFill>
                  <a:srgbClr val="050507"/>
                </a:solidFill>
              </a:rPr>
              <a:t>corollary</a:t>
            </a:r>
            <a:r>
              <a:rPr lang="en-US" altLang="en-US" dirty="0">
                <a:solidFill>
                  <a:srgbClr val="050507"/>
                </a:solidFill>
              </a:rPr>
              <a:t>):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solidFill>
                  <a:srgbClr val="050507"/>
                </a:solidFill>
              </a:rPr>
              <a:t>	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solidFill>
                  <a:srgbClr val="050507"/>
                </a:solidFill>
              </a:rPr>
              <a:t>	</a:t>
            </a:r>
            <a:r>
              <a:rPr lang="en-US" altLang="en-US" b="1" dirty="0" err="1">
                <a:solidFill>
                  <a:srgbClr val="050507"/>
                </a:solidFill>
              </a:rPr>
              <a:t>Teorema</a:t>
            </a:r>
            <a:r>
              <a:rPr lang="en-US" altLang="en-US" dirty="0">
                <a:solidFill>
                  <a:srgbClr val="050507"/>
                </a:solidFill>
              </a:rPr>
              <a:t>: </a:t>
            </a:r>
            <a:r>
              <a:rPr lang="en-US" altLang="en-US" dirty="0" err="1">
                <a:solidFill>
                  <a:srgbClr val="050507"/>
                </a:solidFill>
              </a:rPr>
              <a:t>Untuk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sembarang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graf</a:t>
            </a:r>
            <a:r>
              <a:rPr lang="en-US" altLang="en-US" dirty="0">
                <a:solidFill>
                  <a:srgbClr val="050507"/>
                </a:solidFill>
              </a:rPr>
              <a:t> G, </a:t>
            </a:r>
            <a:r>
              <a:rPr lang="en-US" altLang="en-US" dirty="0" err="1">
                <a:solidFill>
                  <a:srgbClr val="050507"/>
                </a:solidFill>
              </a:rPr>
              <a:t>banyaknya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simpul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berderajat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ganjil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selalu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genap</a:t>
            </a:r>
            <a:r>
              <a:rPr lang="en-US" altLang="en-US" dirty="0">
                <a:solidFill>
                  <a:srgbClr val="050507"/>
                </a:solidFill>
              </a:rPr>
              <a:t>.</a:t>
            </a:r>
          </a:p>
          <a:p>
            <a:pPr eaLnBrk="1" hangingPunct="1">
              <a:buFontTx/>
              <a:buNone/>
            </a:pPr>
            <a:endParaRPr lang="en-US" altLang="en-US" dirty="0">
              <a:solidFill>
                <a:srgbClr val="050507"/>
              </a:solidFill>
            </a:endParaRPr>
          </a:p>
          <a:p>
            <a:pPr eaLnBrk="1" hangingPunct="1">
              <a:buFontTx/>
              <a:buNone/>
            </a:pPr>
            <a:endParaRPr lang="en-US" altLang="en-US" dirty="0">
              <a:solidFill>
                <a:srgbClr val="050507"/>
              </a:solidFill>
            </a:endParaRPr>
          </a:p>
          <a:p>
            <a:r>
              <a:rPr lang="en-US" altLang="en-US" dirty="0" err="1">
                <a:solidFill>
                  <a:srgbClr val="050507"/>
                </a:solidFill>
              </a:rPr>
              <a:t>Jadi</a:t>
            </a:r>
            <a:r>
              <a:rPr lang="en-US" altLang="en-US" dirty="0">
                <a:solidFill>
                  <a:srgbClr val="050507"/>
                </a:solidFill>
              </a:rPr>
              <a:t>, </a:t>
            </a:r>
            <a:r>
              <a:rPr lang="en-US" altLang="en-US" dirty="0" err="1">
                <a:solidFill>
                  <a:srgbClr val="050507"/>
                </a:solidFill>
              </a:rPr>
              <a:t>menurut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teorema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ini</a:t>
            </a:r>
            <a:r>
              <a:rPr lang="en-US" altLang="en-US" dirty="0">
                <a:solidFill>
                  <a:srgbClr val="050507"/>
                </a:solidFill>
              </a:rPr>
              <a:t>, </a:t>
            </a:r>
            <a:r>
              <a:rPr lang="en-US" altLang="en-US" dirty="0" err="1">
                <a:solidFill>
                  <a:srgbClr val="050507"/>
                </a:solidFill>
              </a:rPr>
              <a:t>tidak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mungkin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sebuah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graf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memiliki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simpul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berderajat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ganjil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sejumlah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ganjil</a:t>
            </a:r>
            <a:endParaRPr lang="en-US" altLang="en-US" dirty="0">
              <a:solidFill>
                <a:srgbClr val="05050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Slide Number Placeholder 5">
            <a:extLst>
              <a:ext uri="{FF2B5EF4-FFF2-40B4-BE49-F238E27FC236}">
                <a16:creationId xmlns:a16="http://schemas.microsoft.com/office/drawing/2014/main" id="{E49E40C1-81C0-4607-BAB0-7FF85469D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AB5CEA1-D54E-422A-B878-32981B635348}" type="slidenum">
              <a:rPr lang="en-GB" altLang="en-US" sz="1400"/>
              <a:pPr eaLnBrk="1" hangingPunct="1"/>
              <a:t>33</a:t>
            </a:fld>
            <a:endParaRPr lang="en-GB" altLang="en-US" sz="1400"/>
          </a:p>
        </p:txBody>
      </p:sp>
      <p:graphicFrame>
        <p:nvGraphicFramePr>
          <p:cNvPr id="21506" name="Object 4">
            <a:extLst>
              <a:ext uri="{FF2B5EF4-FFF2-40B4-BE49-F238E27FC236}">
                <a16:creationId xmlns:a16="http://schemas.microsoft.com/office/drawing/2014/main" id="{FE405F17-4CC7-4D7B-A132-15CDD8AAF9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090594"/>
              </p:ext>
            </p:extLst>
          </p:nvPr>
        </p:nvGraphicFramePr>
        <p:xfrm>
          <a:off x="1822450" y="387350"/>
          <a:ext cx="7086600" cy="596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4620960" progId="Word.Document.8">
                  <p:embed/>
                </p:oleObj>
              </mc:Choice>
              <mc:Fallback>
                <p:oleObj name="Document" r:id="rId2" imgW="5486400" imgH="4620960" progId="Word.Document.8">
                  <p:embed/>
                  <p:pic>
                    <p:nvPicPr>
                      <p:cNvPr id="21506" name="Object 4">
                        <a:extLst>
                          <a:ext uri="{FF2B5EF4-FFF2-40B4-BE49-F238E27FC236}">
                            <a16:creationId xmlns:a16="http://schemas.microsoft.com/office/drawing/2014/main" id="{FE405F17-4CC7-4D7B-A132-15CDD8AAF9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387350"/>
                        <a:ext cx="7086600" cy="596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Slide Number Placeholder 5">
            <a:extLst>
              <a:ext uri="{FF2B5EF4-FFF2-40B4-BE49-F238E27FC236}">
                <a16:creationId xmlns:a16="http://schemas.microsoft.com/office/drawing/2014/main" id="{2479CB54-18DD-4872-A20D-AD2FD6A5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5901192-651C-4B43-A56F-AC7322FFB1DB}" type="slidenum">
              <a:rPr lang="en-GB" altLang="en-US" sz="1400"/>
              <a:pPr eaLnBrk="1" hangingPunct="1"/>
              <a:t>34</a:t>
            </a:fld>
            <a:endParaRPr lang="en-GB" altLang="en-US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FED9C4-47F0-4DCB-8E3C-38C3E114CAA7}"/>
              </a:ext>
            </a:extLst>
          </p:cNvPr>
          <p:cNvSpPr/>
          <p:nvPr/>
        </p:nvSpPr>
        <p:spPr>
          <a:xfrm>
            <a:off x="772160" y="437319"/>
            <a:ext cx="1058164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ea typeface="Times New Roman" panose="02020603050405020304" pitchFamily="18" charset="0"/>
              </a:rPr>
              <a:t>6. </a:t>
            </a:r>
            <a:r>
              <a:rPr lang="en-US" sz="2400" b="1" dirty="0" err="1">
                <a:ea typeface="Times New Roman" panose="02020603050405020304" pitchFamily="18" charset="0"/>
              </a:rPr>
              <a:t>Lintasan</a:t>
            </a:r>
            <a:r>
              <a:rPr lang="en-US" sz="2400" b="1" dirty="0">
                <a:ea typeface="Times New Roman" panose="02020603050405020304" pitchFamily="18" charset="0"/>
              </a:rPr>
              <a:t> (</a:t>
            </a:r>
            <a:r>
              <a:rPr lang="en-US" sz="2400" b="1" i="1" dirty="0">
                <a:ea typeface="Times New Roman" panose="02020603050405020304" pitchFamily="18" charset="0"/>
              </a:rPr>
              <a:t>Path</a:t>
            </a:r>
            <a:r>
              <a:rPr lang="en-US" sz="2400" b="1" dirty="0">
                <a:ea typeface="Times New Roman" panose="02020603050405020304" pitchFamily="18" charset="0"/>
              </a:rPr>
              <a:t>)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sz="2400" b="1" dirty="0" err="1">
                <a:ea typeface="Times New Roman" panose="02020603050405020304" pitchFamily="18" charset="0"/>
              </a:rPr>
              <a:t>Lintasan</a:t>
            </a:r>
            <a:r>
              <a:rPr lang="en-US" sz="2400" dirty="0"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a typeface="Times New Roman" panose="02020603050405020304" pitchFamily="18" charset="0"/>
              </a:rPr>
              <a:t>panjangnya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dari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simpul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awal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baseline="-25000" dirty="0">
                <a:ea typeface="Times New Roman" panose="02020603050405020304" pitchFamily="18" charset="0"/>
              </a:rPr>
              <a:t>0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ke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simpul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tujuan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 err="1">
                <a:ea typeface="Times New Roman" panose="02020603050405020304" pitchFamily="18" charset="0"/>
              </a:rPr>
              <a:t>v</a:t>
            </a:r>
            <a:r>
              <a:rPr lang="en-US" sz="2400" i="1" baseline="-25000" dirty="0" err="1">
                <a:ea typeface="Times New Roman" panose="02020603050405020304" pitchFamily="18" charset="0"/>
              </a:rPr>
              <a:t>n</a:t>
            </a:r>
            <a:r>
              <a:rPr lang="en-US" sz="2400" i="1" dirty="0">
                <a:ea typeface="Times New Roman" panose="02020603050405020304" pitchFamily="18" charset="0"/>
              </a:rPr>
              <a:t> </a:t>
            </a:r>
            <a:r>
              <a:rPr lang="en-US" sz="2400" dirty="0">
                <a:ea typeface="Times New Roman" panose="02020603050405020304" pitchFamily="18" charset="0"/>
              </a:rPr>
              <a:t>di</a:t>
            </a:r>
            <a:r>
              <a:rPr lang="en-US" sz="2400" i="1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dalam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ialah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barisan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berselang-seling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simpul-simpul</a:t>
            </a:r>
            <a:r>
              <a:rPr lang="en-US" sz="2400" dirty="0">
                <a:ea typeface="Times New Roman" panose="02020603050405020304" pitchFamily="18" charset="0"/>
              </a:rPr>
              <a:t> dan </a:t>
            </a:r>
            <a:r>
              <a:rPr lang="en-US" sz="2400" dirty="0" err="1">
                <a:ea typeface="Times New Roman" panose="02020603050405020304" pitchFamily="18" charset="0"/>
              </a:rPr>
              <a:t>sisi-sisi</a:t>
            </a:r>
            <a:r>
              <a:rPr lang="en-US" sz="2400" dirty="0"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a typeface="Times New Roman" panose="02020603050405020304" pitchFamily="18" charset="0"/>
              </a:rPr>
              <a:t>berbentuk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baseline="-25000" dirty="0">
                <a:ea typeface="Times New Roman" panose="02020603050405020304" pitchFamily="18" charset="0"/>
              </a:rPr>
              <a:t>0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ea typeface="Times New Roman" panose="02020603050405020304" pitchFamily="18" charset="0"/>
              </a:rPr>
              <a:t>e</a:t>
            </a:r>
            <a:r>
              <a:rPr lang="en-US" sz="2400" baseline="-25000" dirty="0">
                <a:ea typeface="Times New Roman" panose="02020603050405020304" pitchFamily="18" charset="0"/>
              </a:rPr>
              <a:t>1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baseline="-25000" dirty="0">
                <a:ea typeface="Times New Roman" panose="02020603050405020304" pitchFamily="18" charset="0"/>
              </a:rPr>
              <a:t>1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ea typeface="Times New Roman" panose="02020603050405020304" pitchFamily="18" charset="0"/>
              </a:rPr>
              <a:t>e</a:t>
            </a:r>
            <a:r>
              <a:rPr lang="en-US" sz="2400" baseline="-25000" dirty="0">
                <a:ea typeface="Times New Roman" panose="02020603050405020304" pitchFamily="18" charset="0"/>
              </a:rPr>
              <a:t>2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baseline="-25000" dirty="0">
                <a:ea typeface="Times New Roman" panose="02020603050405020304" pitchFamily="18" charset="0"/>
              </a:rPr>
              <a:t>2</a:t>
            </a:r>
            <a:r>
              <a:rPr lang="en-US" sz="2400" dirty="0">
                <a:ea typeface="Times New Roman" panose="02020603050405020304" pitchFamily="18" charset="0"/>
              </a:rPr>
              <a:t>,... , </a:t>
            </a:r>
            <a:r>
              <a:rPr lang="en-US" sz="2400" i="1" dirty="0" err="1">
                <a:ea typeface="Times New Roman" panose="02020603050405020304" pitchFamily="18" charset="0"/>
              </a:rPr>
              <a:t>v</a:t>
            </a:r>
            <a:r>
              <a:rPr lang="en-US" sz="2400" i="1" baseline="-25000" dirty="0" err="1">
                <a:ea typeface="Times New Roman" panose="02020603050405020304" pitchFamily="18" charset="0"/>
              </a:rPr>
              <a:t>n</a:t>
            </a:r>
            <a:r>
              <a:rPr lang="en-US" sz="2400" baseline="-25000" dirty="0">
                <a:ea typeface="Times New Roman" panose="02020603050405020304" pitchFamily="18" charset="0"/>
              </a:rPr>
              <a:t> –1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i="1" dirty="0" err="1">
                <a:ea typeface="Times New Roman" panose="02020603050405020304" pitchFamily="18" charset="0"/>
              </a:rPr>
              <a:t>e</a:t>
            </a:r>
            <a:r>
              <a:rPr lang="en-US" sz="2400" i="1" baseline="-25000" dirty="0" err="1">
                <a:ea typeface="Times New Roman" panose="02020603050405020304" pitchFamily="18" charset="0"/>
              </a:rPr>
              <a:t>n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i="1" dirty="0" err="1">
                <a:ea typeface="Times New Roman" panose="02020603050405020304" pitchFamily="18" charset="0"/>
              </a:rPr>
              <a:t>v</a:t>
            </a:r>
            <a:r>
              <a:rPr lang="en-US" sz="2400" i="1" baseline="-25000" dirty="0" err="1">
                <a:ea typeface="Times New Roman" panose="02020603050405020304" pitchFamily="18" charset="0"/>
              </a:rPr>
              <a:t>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sedemikian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sehingga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e</a:t>
            </a:r>
            <a:r>
              <a:rPr lang="en-US" sz="2400" baseline="-25000" dirty="0">
                <a:ea typeface="Times New Roman" panose="02020603050405020304" pitchFamily="18" charset="0"/>
              </a:rPr>
              <a:t>1</a:t>
            </a:r>
            <a:r>
              <a:rPr lang="en-US" sz="2400" dirty="0">
                <a:ea typeface="Times New Roman" panose="02020603050405020304" pitchFamily="18" charset="0"/>
              </a:rPr>
              <a:t> = (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baseline="-25000" dirty="0">
                <a:ea typeface="Times New Roman" panose="02020603050405020304" pitchFamily="18" charset="0"/>
              </a:rPr>
              <a:t>0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baseline="-25000" dirty="0">
                <a:ea typeface="Times New Roman" panose="02020603050405020304" pitchFamily="18" charset="0"/>
              </a:rPr>
              <a:t>1</a:t>
            </a:r>
            <a:r>
              <a:rPr lang="en-US" sz="2400" dirty="0">
                <a:ea typeface="Times New Roman" panose="02020603050405020304" pitchFamily="18" charset="0"/>
              </a:rPr>
              <a:t>), </a:t>
            </a:r>
            <a:r>
              <a:rPr lang="en-US" sz="2400" i="1" dirty="0">
                <a:ea typeface="Times New Roman" panose="02020603050405020304" pitchFamily="18" charset="0"/>
              </a:rPr>
              <a:t>e</a:t>
            </a:r>
            <a:r>
              <a:rPr lang="en-US" sz="2400" baseline="-25000" dirty="0">
                <a:ea typeface="Times New Roman" panose="02020603050405020304" pitchFamily="18" charset="0"/>
              </a:rPr>
              <a:t>2</a:t>
            </a:r>
            <a:r>
              <a:rPr lang="en-US" sz="2400" dirty="0">
                <a:ea typeface="Times New Roman" panose="02020603050405020304" pitchFamily="18" charset="0"/>
              </a:rPr>
              <a:t> = (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baseline="-25000" dirty="0">
                <a:ea typeface="Times New Roman" panose="02020603050405020304" pitchFamily="18" charset="0"/>
              </a:rPr>
              <a:t>1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baseline="-25000" dirty="0">
                <a:ea typeface="Times New Roman" panose="02020603050405020304" pitchFamily="18" charset="0"/>
              </a:rPr>
              <a:t>2</a:t>
            </a:r>
            <a:r>
              <a:rPr lang="en-US" sz="2400" dirty="0">
                <a:ea typeface="Times New Roman" panose="02020603050405020304" pitchFamily="18" charset="0"/>
              </a:rPr>
              <a:t>), ... , </a:t>
            </a:r>
            <a:r>
              <a:rPr lang="en-US" sz="2400" i="1" dirty="0" err="1">
                <a:ea typeface="Times New Roman" panose="02020603050405020304" pitchFamily="18" charset="0"/>
              </a:rPr>
              <a:t>e</a:t>
            </a:r>
            <a:r>
              <a:rPr lang="en-US" sz="2400" i="1" baseline="-25000" dirty="0" err="1">
                <a:ea typeface="Times New Roman" panose="02020603050405020304" pitchFamily="18" charset="0"/>
              </a:rPr>
              <a:t>n</a:t>
            </a:r>
            <a:r>
              <a:rPr lang="en-US" sz="2400" dirty="0">
                <a:ea typeface="Times New Roman" panose="02020603050405020304" pitchFamily="18" charset="0"/>
              </a:rPr>
              <a:t> = (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i="1" baseline="-25000" dirty="0">
                <a:ea typeface="Times New Roman" panose="02020603050405020304" pitchFamily="18" charset="0"/>
              </a:rPr>
              <a:t>n</a:t>
            </a:r>
            <a:r>
              <a:rPr lang="en-US" sz="2400" baseline="-25000" dirty="0">
                <a:ea typeface="Times New Roman" panose="02020603050405020304" pitchFamily="18" charset="0"/>
              </a:rPr>
              <a:t>-1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i="1" dirty="0" err="1">
                <a:ea typeface="Times New Roman" panose="02020603050405020304" pitchFamily="18" charset="0"/>
              </a:rPr>
              <a:t>v</a:t>
            </a:r>
            <a:r>
              <a:rPr lang="en-US" sz="2400" i="1" baseline="-25000" dirty="0" err="1">
                <a:ea typeface="Times New Roman" panose="02020603050405020304" pitchFamily="18" charset="0"/>
              </a:rPr>
              <a:t>n</a:t>
            </a:r>
            <a:r>
              <a:rPr lang="en-US" sz="2400" dirty="0">
                <a:ea typeface="Times New Roman" panose="02020603050405020304" pitchFamily="18" charset="0"/>
              </a:rPr>
              <a:t>) </a:t>
            </a:r>
            <a:r>
              <a:rPr lang="en-US" sz="2400" dirty="0" err="1">
                <a:ea typeface="Times New Roman" panose="02020603050405020304" pitchFamily="18" charset="0"/>
              </a:rPr>
              <a:t>adalah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sisi-sisi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dari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dirty="0">
                <a:ea typeface="Times New Roman" panose="02020603050405020304" pitchFamily="18" charset="0"/>
              </a:rPr>
              <a:t>. 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sz="2400" dirty="0">
                <a:effectLst/>
                <a:ea typeface="Times New Roman" panose="02020603050405020304" pitchFamily="18" charset="0"/>
              </a:rPr>
              <a:t>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DF76CD-F790-51C3-6412-B4DF69D5F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904" y="2831833"/>
            <a:ext cx="4430096" cy="34568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3C7B8E-3D3F-CFF9-9BED-9123CEF85031}"/>
              </a:ext>
            </a:extLst>
          </p:cNvPr>
          <p:cNvSpPr txBox="1"/>
          <p:nvPr/>
        </p:nvSpPr>
        <p:spPr>
          <a:xfrm>
            <a:off x="838200" y="2541430"/>
            <a:ext cx="6477000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Jika </a:t>
            </a:r>
            <a:r>
              <a:rPr lang="en-US" sz="2000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graf</a:t>
            </a:r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mengandung</a:t>
            </a:r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sisi</a:t>
            </a:r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ganda</a:t>
            </a:r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maka</a:t>
            </a:r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sisi</a:t>
            </a:r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e</a:t>
            </a:r>
            <a:r>
              <a:rPr lang="en-US" sz="2000" i="1" baseline="-25000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perlu</a:t>
            </a:r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dituliskan</a:t>
            </a:r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di </a:t>
            </a:r>
            <a:r>
              <a:rPr lang="en-US" sz="2000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dalam</a:t>
            </a:r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lintasan</a:t>
            </a:r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. 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Jika </a:t>
            </a:r>
            <a:r>
              <a:rPr lang="en-US" sz="2000" dirty="0" err="1">
                <a:solidFill>
                  <a:srgbClr val="FF0000"/>
                </a:solidFill>
                <a:ea typeface="Times New Roman" panose="02020603050405020304" pitchFamily="18" charset="0"/>
              </a:rPr>
              <a:t>graf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a typeface="Times New Roman" panose="02020603050405020304" pitchFamily="18" charset="0"/>
              </a:rPr>
              <a:t>sederhana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 (</a:t>
            </a:r>
            <a:r>
              <a:rPr lang="en-US" sz="2000" dirty="0" err="1">
                <a:solidFill>
                  <a:srgbClr val="FF0000"/>
                </a:solidFill>
                <a:ea typeface="Times New Roman" panose="02020603050405020304" pitchFamily="18" charset="0"/>
              </a:rPr>
              <a:t>tidak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a typeface="Times New Roman" panose="02020603050405020304" pitchFamily="18" charset="0"/>
              </a:rPr>
              <a:t>mengandung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a typeface="Times New Roman" panose="02020603050405020304" pitchFamily="18" charset="0"/>
              </a:rPr>
              <a:t>sisi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a typeface="Times New Roman" panose="02020603050405020304" pitchFamily="18" charset="0"/>
              </a:rPr>
              <a:t>ganda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), </a:t>
            </a:r>
            <a:r>
              <a:rPr lang="en-US" sz="2000" dirty="0" err="1">
                <a:solidFill>
                  <a:srgbClr val="FF0000"/>
                </a:solidFill>
                <a:ea typeface="Times New Roman" panose="02020603050405020304" pitchFamily="18" charset="0"/>
              </a:rPr>
              <a:t>sisi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ea typeface="Times New Roman" panose="02020603050405020304" pitchFamily="18" charset="0"/>
              </a:rPr>
              <a:t>e</a:t>
            </a:r>
            <a:r>
              <a:rPr lang="en-US" sz="2000" i="1" baseline="-25000" dirty="0" err="1">
                <a:solidFill>
                  <a:srgbClr val="FF0000"/>
                </a:solidFill>
                <a:ea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a typeface="Times New Roman" panose="02020603050405020304" pitchFamily="18" charset="0"/>
              </a:rPr>
              <a:t>tidak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a typeface="Times New Roman" panose="02020603050405020304" pitchFamily="18" charset="0"/>
              </a:rPr>
              <a:t>perlu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a typeface="Times New Roman" panose="02020603050405020304" pitchFamily="18" charset="0"/>
              </a:rPr>
              <a:t>ditulis</a:t>
            </a:r>
            <a:endParaRPr lang="en-US" sz="2000" dirty="0">
              <a:solidFill>
                <a:srgbClr val="FF0000"/>
              </a:solidFill>
              <a:effectLst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sz="2400" dirty="0" err="1">
                <a:effectLst/>
                <a:ea typeface="Times New Roman" panose="02020603050405020304" pitchFamily="18" charset="0"/>
              </a:rPr>
              <a:t>Tinjau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graf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ffectLst/>
                <a:ea typeface="Times New Roman" panose="02020603050405020304" pitchFamily="18" charset="0"/>
              </a:rPr>
              <a:t>G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berikut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graf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sederhana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):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lintasan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>
                <a:ea typeface="Times New Roman" panose="02020603050405020304" pitchFamily="18" charset="0"/>
              </a:rPr>
              <a:t>0, 6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, 3, 7, 9, 10 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adalah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lintasan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dari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simpul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0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ke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10 yang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melalui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sisi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(0, 6), (6,3), (3,7), (7, 9), (9, 10).</a:t>
            </a:r>
          </a:p>
          <a:p>
            <a:pPr algn="just">
              <a:spcBef>
                <a:spcPts val="600"/>
              </a:spcBef>
            </a:pPr>
            <a:r>
              <a:rPr lang="en-US" sz="2400" dirty="0">
                <a:effectLst/>
                <a:ea typeface="Times New Roman" panose="02020603050405020304" pitchFamily="18" charset="0"/>
              </a:rPr>
              <a:t> </a:t>
            </a:r>
          </a:p>
          <a:p>
            <a:pPr algn="just"/>
            <a:r>
              <a:rPr lang="en-US" sz="2400" b="1" dirty="0">
                <a:effectLst/>
                <a:ea typeface="Times New Roman" panose="02020603050405020304" pitchFamily="18" charset="0"/>
              </a:rPr>
              <a:t>Panjang </a:t>
            </a:r>
            <a:r>
              <a:rPr lang="en-US" sz="2400" b="1" dirty="0" err="1">
                <a:effectLst/>
                <a:ea typeface="Times New Roman" panose="02020603050405020304" pitchFamily="18" charset="0"/>
              </a:rPr>
              <a:t>lintasan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adalah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jumlah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sisi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dalam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lintasan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tersebut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Lintasan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>
                <a:ea typeface="Times New Roman" panose="02020603050405020304" pitchFamily="18" charset="0"/>
              </a:rPr>
              <a:t>0, 6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, 3, 7, 9, 10  pada </a:t>
            </a:r>
            <a:r>
              <a:rPr lang="en-US" sz="2400" i="1" dirty="0">
                <a:effectLst/>
                <a:ea typeface="Times New Roman" panose="02020603050405020304" pitchFamily="18" charset="0"/>
              </a:rPr>
              <a:t>G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memiliki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panjang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5.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Slide Number Placeholder 5">
            <a:extLst>
              <a:ext uri="{FF2B5EF4-FFF2-40B4-BE49-F238E27FC236}">
                <a16:creationId xmlns:a16="http://schemas.microsoft.com/office/drawing/2014/main" id="{3C4A1765-D7F5-4373-B4E9-075FDAB49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897D4E7-D6AA-48D8-97F4-F3A5C1322FE5}" type="slidenum">
              <a:rPr lang="en-GB" altLang="en-US" sz="1400"/>
              <a:pPr eaLnBrk="1" hangingPunct="1"/>
              <a:t>35</a:t>
            </a:fld>
            <a:endParaRPr lang="en-GB" altLang="en-US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DA47DE-BBDD-469A-B8EC-763B02D58ADD}"/>
              </a:ext>
            </a:extLst>
          </p:cNvPr>
          <p:cNvSpPr/>
          <p:nvPr/>
        </p:nvSpPr>
        <p:spPr>
          <a:xfrm>
            <a:off x="558800" y="552450"/>
            <a:ext cx="11104880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ea typeface="Times New Roman" panose="02020603050405020304" pitchFamily="18" charset="0"/>
              </a:rPr>
              <a:t>7. </a:t>
            </a:r>
            <a:r>
              <a:rPr lang="en-US" sz="2400" b="1" dirty="0" err="1">
                <a:ea typeface="Times New Roman" panose="02020603050405020304" pitchFamily="18" charset="0"/>
              </a:rPr>
              <a:t>Siklus</a:t>
            </a:r>
            <a:r>
              <a:rPr lang="en-US" sz="2400" b="1" dirty="0">
                <a:ea typeface="Times New Roman" panose="02020603050405020304" pitchFamily="18" charset="0"/>
              </a:rPr>
              <a:t> (</a:t>
            </a:r>
            <a:r>
              <a:rPr lang="en-US" sz="2400" b="1" i="1" dirty="0">
                <a:ea typeface="Times New Roman" panose="02020603050405020304" pitchFamily="18" charset="0"/>
              </a:rPr>
              <a:t>Cycle</a:t>
            </a:r>
            <a:r>
              <a:rPr lang="en-US" sz="2400" b="1" dirty="0">
                <a:ea typeface="Times New Roman" panose="02020603050405020304" pitchFamily="18" charset="0"/>
              </a:rPr>
              <a:t>) </a:t>
            </a:r>
            <a:r>
              <a:rPr lang="en-US" sz="2400" b="1" dirty="0" err="1">
                <a:ea typeface="Times New Roman" panose="02020603050405020304" pitchFamily="18" charset="0"/>
              </a:rPr>
              <a:t>atau</a:t>
            </a:r>
            <a:r>
              <a:rPr lang="en-US" sz="2400" b="1" dirty="0"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a typeface="Times New Roman" panose="02020603050405020304" pitchFamily="18" charset="0"/>
              </a:rPr>
              <a:t>Sirkuit</a:t>
            </a:r>
            <a:r>
              <a:rPr lang="en-US" sz="2400" b="1" dirty="0">
                <a:ea typeface="Times New Roman" panose="02020603050405020304" pitchFamily="18" charset="0"/>
              </a:rPr>
              <a:t> (</a:t>
            </a:r>
            <a:r>
              <a:rPr lang="en-US" sz="2400" b="1" i="1" dirty="0">
                <a:ea typeface="Times New Roman" panose="02020603050405020304" pitchFamily="18" charset="0"/>
              </a:rPr>
              <a:t>Circuit</a:t>
            </a:r>
            <a:r>
              <a:rPr lang="en-US" sz="2400" b="1" dirty="0">
                <a:ea typeface="Times New Roman" panose="02020603050405020304" pitchFamily="18" charset="0"/>
              </a:rPr>
              <a:t>)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sz="2400" dirty="0" err="1">
                <a:ea typeface="Times New Roman" panose="02020603050405020304" pitchFamily="18" charset="0"/>
              </a:rPr>
              <a:t>Lintasan</a:t>
            </a:r>
            <a:r>
              <a:rPr lang="en-US" sz="2400" dirty="0"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a typeface="Times New Roman" panose="02020603050405020304" pitchFamily="18" charset="0"/>
              </a:rPr>
              <a:t>berawal</a:t>
            </a:r>
            <a:r>
              <a:rPr lang="en-US" sz="2400" dirty="0">
                <a:ea typeface="Times New Roman" panose="02020603050405020304" pitchFamily="18" charset="0"/>
              </a:rPr>
              <a:t> dan </a:t>
            </a:r>
            <a:r>
              <a:rPr lang="en-US" sz="2400" dirty="0" err="1">
                <a:ea typeface="Times New Roman" panose="02020603050405020304" pitchFamily="18" charset="0"/>
              </a:rPr>
              <a:t>berakhir</a:t>
            </a:r>
            <a:r>
              <a:rPr lang="en-US" sz="2400" dirty="0">
                <a:ea typeface="Times New Roman" panose="02020603050405020304" pitchFamily="18" charset="0"/>
              </a:rPr>
              <a:t> pada </a:t>
            </a:r>
            <a:r>
              <a:rPr lang="en-US" sz="2400" dirty="0" err="1">
                <a:ea typeface="Times New Roman" panose="02020603050405020304" pitchFamily="18" charset="0"/>
              </a:rPr>
              <a:t>simpul</a:t>
            </a:r>
            <a:r>
              <a:rPr lang="en-US" sz="2400" dirty="0"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a typeface="Times New Roman" panose="02020603050405020304" pitchFamily="18" charset="0"/>
              </a:rPr>
              <a:t>sama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disebut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a typeface="Times New Roman" panose="02020603050405020304" pitchFamily="18" charset="0"/>
              </a:rPr>
              <a:t>sirkuit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atau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a typeface="Times New Roman" panose="02020603050405020304" pitchFamily="18" charset="0"/>
              </a:rPr>
              <a:t>siklus</a:t>
            </a:r>
            <a:r>
              <a:rPr lang="en-US" sz="2400" dirty="0">
                <a:ea typeface="Times New Roman" panose="02020603050405020304" pitchFamily="18" charset="0"/>
              </a:rPr>
              <a:t>. 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sz="2400" dirty="0"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361E5D-59EA-49C8-BD86-F561E1B1A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384" y="2400690"/>
            <a:ext cx="4430096" cy="34568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C81E1C-1047-235B-F850-7B1CE963BA32}"/>
              </a:ext>
            </a:extLst>
          </p:cNvPr>
          <p:cNvSpPr txBox="1"/>
          <p:nvPr/>
        </p:nvSpPr>
        <p:spPr>
          <a:xfrm>
            <a:off x="683491" y="227599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 err="1">
                <a:ea typeface="Times New Roman" panose="02020603050405020304" pitchFamily="18" charset="0"/>
              </a:rPr>
              <a:t>Tinjau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dirty="0">
                <a:ea typeface="Times New Roman" panose="02020603050405020304" pitchFamily="18" charset="0"/>
              </a:rPr>
              <a:t>: </a:t>
            </a:r>
            <a:r>
              <a:rPr lang="en-US" sz="2400" dirty="0" err="1">
                <a:ea typeface="Times New Roman" panose="02020603050405020304" pitchFamily="18" charset="0"/>
              </a:rPr>
              <a:t>lintasan</a:t>
            </a:r>
            <a:r>
              <a:rPr lang="en-US" sz="2400" dirty="0">
                <a:ea typeface="Times New Roman" panose="02020603050405020304" pitchFamily="18" charset="0"/>
              </a:rPr>
              <a:t> 0, 4, 8, 5, 1, 0 </a:t>
            </a:r>
            <a:r>
              <a:rPr lang="en-US" sz="2400" dirty="0" err="1">
                <a:ea typeface="Times New Roman" panose="02020603050405020304" pitchFamily="18" charset="0"/>
              </a:rPr>
              <a:t>adalah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sebuah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sirkuit</a:t>
            </a:r>
            <a:r>
              <a:rPr lang="en-US" sz="2400" dirty="0"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400" i="1" dirty="0"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ea typeface="Times New Roman" panose="02020603050405020304" pitchFamily="18" charset="0"/>
              </a:rPr>
              <a:t>Panjang </a:t>
            </a:r>
            <a:r>
              <a:rPr lang="en-US" sz="2400" b="1" dirty="0" err="1">
                <a:ea typeface="Times New Roman" panose="02020603050405020304" pitchFamily="18" charset="0"/>
              </a:rPr>
              <a:t>sirkuit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adalah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jumlah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sisi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dalam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sirkuit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tersebut</a:t>
            </a:r>
            <a:r>
              <a:rPr lang="en-US" sz="2400" dirty="0">
                <a:ea typeface="Times New Roman" panose="02020603050405020304" pitchFamily="18" charset="0"/>
              </a:rPr>
              <a:t>. </a:t>
            </a:r>
            <a:r>
              <a:rPr lang="en-US" sz="2400" dirty="0" err="1">
                <a:ea typeface="Times New Roman" panose="02020603050405020304" pitchFamily="18" charset="0"/>
              </a:rPr>
              <a:t>Sirkuit</a:t>
            </a:r>
            <a:r>
              <a:rPr lang="en-US" sz="2400" dirty="0">
                <a:ea typeface="Times New Roman" panose="02020603050405020304" pitchFamily="18" charset="0"/>
              </a:rPr>
              <a:t> 0, 4, 8, 5, 1, 0 pada </a:t>
            </a: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memiliki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panjang</a:t>
            </a:r>
            <a:r>
              <a:rPr lang="en-US" sz="2400" dirty="0">
                <a:ea typeface="Times New Roman" panose="02020603050405020304" pitchFamily="18" charset="0"/>
              </a:rPr>
              <a:t> 5.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DB6F3-C5F6-4BE3-BABB-B6990B50D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83" y="483325"/>
            <a:ext cx="11109960" cy="55165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8. </a:t>
            </a:r>
            <a:r>
              <a:rPr lang="en-US" b="1" dirty="0" err="1"/>
              <a:t>Kerterhubungan</a:t>
            </a:r>
            <a:r>
              <a:rPr lang="en-US" b="1" dirty="0"/>
              <a:t> (</a:t>
            </a:r>
            <a:r>
              <a:rPr lang="en-US" b="1" i="1" dirty="0"/>
              <a:t>Connected</a:t>
            </a:r>
            <a:r>
              <a:rPr lang="en-US" b="1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sz="2400" dirty="0" err="1"/>
              <a:t>Dua</a:t>
            </a:r>
            <a:r>
              <a:rPr lang="en-US" sz="2400" dirty="0"/>
              <a:t> </a:t>
            </a:r>
            <a:r>
              <a:rPr lang="en-US" sz="2400" dirty="0" err="1"/>
              <a:t>buah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</a:t>
            </a:r>
            <a:r>
              <a:rPr lang="en-US" sz="2400" i="1" dirty="0"/>
              <a:t>v</a:t>
            </a:r>
            <a:r>
              <a:rPr lang="en-US" sz="2400" baseline="-25000" dirty="0"/>
              <a:t>1</a:t>
            </a:r>
            <a:r>
              <a:rPr lang="en-US" sz="2400" dirty="0"/>
              <a:t> dan </a:t>
            </a:r>
            <a:r>
              <a:rPr lang="en-US" sz="2400" dirty="0" err="1"/>
              <a:t>simpul</a:t>
            </a:r>
            <a:r>
              <a:rPr lang="en-US" sz="2400" dirty="0"/>
              <a:t> </a:t>
            </a:r>
            <a:r>
              <a:rPr lang="en-US" sz="2400" i="1" dirty="0"/>
              <a:t>v</a:t>
            </a:r>
            <a:r>
              <a:rPr lang="en-US" sz="2400" baseline="-25000" dirty="0"/>
              <a:t>2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b="1" dirty="0" err="1"/>
              <a:t>terhubung</a:t>
            </a:r>
            <a:r>
              <a:rPr lang="en-US" sz="2400" dirty="0"/>
              <a:t>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lintasan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i="1" dirty="0"/>
              <a:t>v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i="1" dirty="0"/>
              <a:t>v</a:t>
            </a:r>
            <a:r>
              <a:rPr lang="en-US" sz="2400" baseline="-25000" dirty="0"/>
              <a:t>2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i="1" dirty="0"/>
              <a:t>G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b="1" dirty="0" err="1"/>
              <a:t>graf</a:t>
            </a:r>
            <a:r>
              <a:rPr lang="en-US" sz="2400" b="1" dirty="0"/>
              <a:t> </a:t>
            </a:r>
            <a:r>
              <a:rPr lang="en-US" sz="2400" b="1" dirty="0" err="1"/>
              <a:t>terhubung</a:t>
            </a:r>
            <a:r>
              <a:rPr lang="en-US" sz="2400" dirty="0"/>
              <a:t> (</a:t>
            </a:r>
            <a:r>
              <a:rPr lang="en-US" sz="2400" i="1" dirty="0"/>
              <a:t>connected graph</a:t>
            </a:r>
            <a:r>
              <a:rPr lang="en-US" sz="2400" dirty="0"/>
              <a:t>)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pasang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</a:t>
            </a:r>
            <a:r>
              <a:rPr lang="en-US" sz="2400" i="1" dirty="0"/>
              <a:t>v</a:t>
            </a:r>
            <a:r>
              <a:rPr lang="en-US" sz="2400" i="1" baseline="-25000" dirty="0"/>
              <a:t>i</a:t>
            </a:r>
            <a:r>
              <a:rPr lang="en-US" sz="2400" dirty="0"/>
              <a:t> dan </a:t>
            </a:r>
            <a:r>
              <a:rPr lang="en-US" sz="2400" i="1" dirty="0" err="1"/>
              <a:t>v</a:t>
            </a:r>
            <a:r>
              <a:rPr lang="en-US" sz="2400" i="1" baseline="-25000" dirty="0" err="1"/>
              <a:t>j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i="1" dirty="0"/>
              <a:t>V</a:t>
            </a:r>
            <a:r>
              <a:rPr lang="en-US" sz="2400" dirty="0"/>
              <a:t> </a:t>
            </a: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lintasan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i="1" dirty="0"/>
              <a:t>v</a:t>
            </a:r>
            <a:r>
              <a:rPr lang="en-US" sz="2400" i="1" baseline="-25000" dirty="0"/>
              <a:t>i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i="1" dirty="0" err="1"/>
              <a:t>v</a:t>
            </a:r>
            <a:r>
              <a:rPr lang="en-US" sz="2400" i="1" baseline="-25000" dirty="0" err="1"/>
              <a:t>j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i="1" dirty="0"/>
              <a:t>G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b="1" dirty="0" err="1"/>
              <a:t>graf</a:t>
            </a:r>
            <a:r>
              <a:rPr lang="en-US" sz="2400" b="1" dirty="0"/>
              <a:t> </a:t>
            </a:r>
            <a:r>
              <a:rPr lang="en-US" sz="2400" b="1" dirty="0" err="1"/>
              <a:t>tak-terhubung</a:t>
            </a:r>
            <a:r>
              <a:rPr lang="en-US" sz="2400" dirty="0"/>
              <a:t> (</a:t>
            </a:r>
            <a:r>
              <a:rPr lang="en-US" sz="2400" i="1" dirty="0"/>
              <a:t>disconnected graph</a:t>
            </a:r>
            <a:r>
              <a:rPr lang="en-US" sz="2400" dirty="0"/>
              <a:t>). </a:t>
            </a:r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 descr="A picture containing object, air&#10;&#10;Description automatically generated">
            <a:extLst>
              <a:ext uri="{FF2B5EF4-FFF2-40B4-BE49-F238E27FC236}">
                <a16:creationId xmlns:a16="http://schemas.microsoft.com/office/drawing/2014/main" id="{9508ADA5-1C39-4819-AE29-F481E0F9F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383" y="74702"/>
            <a:ext cx="1511560" cy="103748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AAE5B0-307F-D206-8A6A-1ADFBA71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36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4BB0B2-A6C2-0B57-A7BC-6B442904B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000" y="2902993"/>
            <a:ext cx="8865999" cy="327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956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all&#10;&#10;Description automatically generated">
            <a:extLst>
              <a:ext uri="{FF2B5EF4-FFF2-40B4-BE49-F238E27FC236}">
                <a16:creationId xmlns:a16="http://schemas.microsoft.com/office/drawing/2014/main" id="{CF23F184-9234-4D4E-AF02-372A09B79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57" y="1463992"/>
            <a:ext cx="2905125" cy="2771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AD329E-3247-4B67-B8CE-F06BFC3A82C2}"/>
              </a:ext>
            </a:extLst>
          </p:cNvPr>
          <p:cNvSpPr txBox="1"/>
          <p:nvPr/>
        </p:nvSpPr>
        <p:spPr>
          <a:xfrm>
            <a:off x="1514157" y="4590196"/>
            <a:ext cx="3722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Graf </a:t>
            </a:r>
            <a:r>
              <a:rPr lang="en-US" dirty="0" err="1"/>
              <a:t>tak-terhubung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lintasan</a:t>
            </a:r>
            <a:r>
              <a:rPr lang="en-US" dirty="0"/>
              <a:t>, </a:t>
            </a:r>
            <a:r>
              <a:rPr lang="en-US" dirty="0" err="1"/>
              <a:t>misal</a:t>
            </a:r>
            <a:r>
              <a:rPr lang="en-US" dirty="0"/>
              <a:t>, </a:t>
            </a:r>
            <a:r>
              <a:rPr lang="en-US" dirty="0" err="1"/>
              <a:t>dari</a:t>
            </a:r>
            <a:r>
              <a:rPr lang="en-US" dirty="0"/>
              <a:t> C </a:t>
            </a:r>
            <a:r>
              <a:rPr lang="en-US" dirty="0" err="1"/>
              <a:t>ke</a:t>
            </a:r>
            <a:r>
              <a:rPr lang="en-US" dirty="0"/>
              <a:t> G)</a:t>
            </a:r>
          </a:p>
        </p:txBody>
      </p:sp>
      <p:pic>
        <p:nvPicPr>
          <p:cNvPr id="6" name="Picture 5" descr="A picture containing clock, air&#10;&#10;Description automatically generated">
            <a:extLst>
              <a:ext uri="{FF2B5EF4-FFF2-40B4-BE49-F238E27FC236}">
                <a16:creationId xmlns:a16="http://schemas.microsoft.com/office/drawing/2014/main" id="{7DDC48DF-4E63-4E84-A37F-77B8BE5613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607" y="1583054"/>
            <a:ext cx="2714625" cy="2533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876CC3-D1CD-4960-ACF7-9AA6D7411928}"/>
              </a:ext>
            </a:extLst>
          </p:cNvPr>
          <p:cNvSpPr txBox="1"/>
          <p:nvPr/>
        </p:nvSpPr>
        <p:spPr>
          <a:xfrm>
            <a:off x="8122553" y="4502211"/>
            <a:ext cx="19862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Graf </a:t>
            </a:r>
            <a:r>
              <a:rPr lang="en-US" dirty="0" err="1"/>
              <a:t>tak-terhubung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72DF8-6914-DC71-0146-F843A412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150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Slide Number Placeholder 5">
            <a:extLst>
              <a:ext uri="{FF2B5EF4-FFF2-40B4-BE49-F238E27FC236}">
                <a16:creationId xmlns:a16="http://schemas.microsoft.com/office/drawing/2014/main" id="{0629F431-AAFC-4FAA-B235-6F4B5961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95CA2C2-062A-4B5F-A224-43DBE579767C}" type="slidenum">
              <a:rPr lang="en-GB" altLang="en-US" sz="1400"/>
              <a:pPr eaLnBrk="1" hangingPunct="1"/>
              <a:t>38</a:t>
            </a:fld>
            <a:endParaRPr lang="en-GB" altLang="en-US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940176-FEAE-47DC-BFB0-ACF17C22650E}"/>
              </a:ext>
            </a:extLst>
          </p:cNvPr>
          <p:cNvSpPr/>
          <p:nvPr/>
        </p:nvSpPr>
        <p:spPr>
          <a:xfrm>
            <a:off x="756920" y="626874"/>
            <a:ext cx="1067816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a typeface="Times New Roman" panose="02020603050405020304" pitchFamily="18" charset="0"/>
              </a:rPr>
              <a:t>Graf </a:t>
            </a:r>
            <a:r>
              <a:rPr lang="en-US" sz="2400" dirty="0" err="1">
                <a:ea typeface="Times New Roman" panose="02020603050405020304" pitchFamily="18" charset="0"/>
              </a:rPr>
              <a:t>berarah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dikatakan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terhubung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jika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tidak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berarahnya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terhubung</a:t>
            </a:r>
            <a:r>
              <a:rPr lang="en-US" sz="2400" dirty="0">
                <a:ea typeface="Times New Roman" panose="02020603050405020304" pitchFamily="18" charset="0"/>
              </a:rPr>
              <a:t> (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tidak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berarah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dari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diperoleh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dengan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menghilangkan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arahnya</a:t>
            </a:r>
            <a:r>
              <a:rPr lang="en-US" sz="2400" dirty="0">
                <a:ea typeface="Times New Roman" panose="02020603050405020304" pitchFamily="18" charset="0"/>
              </a:rPr>
              <a:t>).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400" dirty="0"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 err="1">
                <a:ea typeface="Times New Roman" panose="02020603050405020304" pitchFamily="18" charset="0"/>
              </a:rPr>
              <a:t>Dua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simpul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ea typeface="Times New Roman" panose="02020603050405020304" pitchFamily="18" charset="0"/>
              </a:rPr>
              <a:t>u</a:t>
            </a:r>
            <a:r>
              <a:rPr lang="en-US" sz="2400" dirty="0">
                <a:ea typeface="Times New Roman" panose="02020603050405020304" pitchFamily="18" charset="0"/>
              </a:rPr>
              <a:t> dan 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dirty="0">
                <a:ea typeface="Times New Roman" panose="02020603050405020304" pitchFamily="18" charset="0"/>
              </a:rPr>
              <a:t>, pada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berarah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disebut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a typeface="Times New Roman" panose="02020603050405020304" pitchFamily="18" charset="0"/>
              </a:rPr>
              <a:t>terhubung</a:t>
            </a:r>
            <a:r>
              <a:rPr lang="en-US" sz="2400" b="1" dirty="0"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a typeface="Times New Roman" panose="02020603050405020304" pitchFamily="18" charset="0"/>
              </a:rPr>
              <a:t>kuat</a:t>
            </a:r>
            <a:r>
              <a:rPr lang="en-US" sz="2400" dirty="0">
                <a:ea typeface="Times New Roman" panose="02020603050405020304" pitchFamily="18" charset="0"/>
              </a:rPr>
              <a:t> (</a:t>
            </a:r>
            <a:r>
              <a:rPr lang="en-US" sz="2400" i="1" dirty="0">
                <a:ea typeface="Times New Roman" panose="02020603050405020304" pitchFamily="18" charset="0"/>
              </a:rPr>
              <a:t>strongly connected</a:t>
            </a:r>
            <a:r>
              <a:rPr lang="en-US" sz="2400" dirty="0">
                <a:ea typeface="Times New Roman" panose="02020603050405020304" pitchFamily="18" charset="0"/>
              </a:rPr>
              <a:t>) </a:t>
            </a:r>
            <a:r>
              <a:rPr lang="en-US" sz="2400" dirty="0" err="1">
                <a:ea typeface="Times New Roman" panose="02020603050405020304" pitchFamily="18" charset="0"/>
              </a:rPr>
              <a:t>jika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terdapat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lintasan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berarah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dari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ke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dirty="0">
                <a:ea typeface="Times New Roman" panose="02020603050405020304" pitchFamily="18" charset="0"/>
              </a:rPr>
              <a:t> dan juga </a:t>
            </a:r>
            <a:r>
              <a:rPr lang="en-US" sz="2400" dirty="0" err="1">
                <a:ea typeface="Times New Roman" panose="02020603050405020304" pitchFamily="18" charset="0"/>
              </a:rPr>
              <a:t>lintasan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berarah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dari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ke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u</a:t>
            </a:r>
            <a:r>
              <a:rPr lang="en-US" sz="2400" dirty="0">
                <a:ea typeface="Times New Roman" panose="02020603050405020304" pitchFamily="18" charset="0"/>
              </a:rPr>
              <a:t>. 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400" dirty="0"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 err="1">
                <a:ea typeface="Times New Roman" panose="02020603050405020304" pitchFamily="18" charset="0"/>
              </a:rPr>
              <a:t>Jika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u</a:t>
            </a:r>
            <a:r>
              <a:rPr lang="en-US" sz="2400" dirty="0">
                <a:ea typeface="Times New Roman" panose="02020603050405020304" pitchFamily="18" charset="0"/>
              </a:rPr>
              <a:t> dan 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tidak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terhubung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kuat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tetapi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terhubung</a:t>
            </a:r>
            <a:r>
              <a:rPr lang="en-US" sz="2400" dirty="0">
                <a:ea typeface="Times New Roman" panose="02020603050405020304" pitchFamily="18" charset="0"/>
              </a:rPr>
              <a:t> pada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tidak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berarahnya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ea typeface="Times New Roman" panose="02020603050405020304" pitchFamily="18" charset="0"/>
              </a:rPr>
              <a:t>maka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u</a:t>
            </a:r>
            <a:r>
              <a:rPr lang="en-US" sz="2400" dirty="0">
                <a:ea typeface="Times New Roman" panose="02020603050405020304" pitchFamily="18" charset="0"/>
              </a:rPr>
              <a:t> dan </a:t>
            </a:r>
            <a:r>
              <a:rPr lang="en-US" sz="2400" i="1" dirty="0">
                <a:ea typeface="Times New Roman" panose="02020603050405020304" pitchFamily="18" charset="0"/>
              </a:rPr>
              <a:t>v </a:t>
            </a:r>
            <a:r>
              <a:rPr lang="en-US" sz="2400" dirty="0" err="1">
                <a:ea typeface="Times New Roman" panose="02020603050405020304" pitchFamily="18" charset="0"/>
              </a:rPr>
              <a:t>dikatakan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a typeface="Times New Roman" panose="02020603050405020304" pitchFamily="18" charset="0"/>
              </a:rPr>
              <a:t>terhubung</a:t>
            </a:r>
            <a:r>
              <a:rPr lang="en-US" sz="2400" i="1" dirty="0"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a typeface="Times New Roman" panose="02020603050405020304" pitchFamily="18" charset="0"/>
              </a:rPr>
              <a:t>lemah</a:t>
            </a:r>
            <a:r>
              <a:rPr lang="en-US" sz="2400" dirty="0">
                <a:ea typeface="Times New Roman" panose="02020603050405020304" pitchFamily="18" charset="0"/>
              </a:rPr>
              <a:t> (</a:t>
            </a:r>
            <a:r>
              <a:rPr lang="en-US" sz="2400" i="1" dirty="0">
                <a:ea typeface="Times New Roman" panose="02020603050405020304" pitchFamily="18" charset="0"/>
              </a:rPr>
              <a:t>weakly </a:t>
            </a:r>
            <a:r>
              <a:rPr lang="en-US" sz="2400" i="1" dirty="0" err="1">
                <a:ea typeface="Times New Roman" panose="02020603050405020304" pitchFamily="18" charset="0"/>
              </a:rPr>
              <a:t>coonected</a:t>
            </a:r>
            <a:r>
              <a:rPr lang="en-US" sz="2400" dirty="0">
                <a:ea typeface="Times New Roman" panose="02020603050405020304" pitchFamily="18" charset="0"/>
              </a:rPr>
              <a:t>). </a:t>
            </a:r>
            <a:endParaRPr lang="en-US" sz="2400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F875F9-DF68-4174-9B0A-F5F14F794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755" y="4312221"/>
            <a:ext cx="3829050" cy="1733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DF5AB7-3CA6-4F0A-88EE-0D03382268E1}"/>
              </a:ext>
            </a:extLst>
          </p:cNvPr>
          <p:cNvSpPr txBox="1"/>
          <p:nvPr/>
        </p:nvSpPr>
        <p:spPr>
          <a:xfrm>
            <a:off x="5297805" y="4322609"/>
            <a:ext cx="54598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Simpul</a:t>
            </a:r>
            <a:r>
              <a:rPr lang="en-US" dirty="0"/>
              <a:t> 1 dan 4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kuat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lintasan</a:t>
            </a:r>
            <a:endParaRPr lang="en-US" dirty="0"/>
          </a:p>
          <a:p>
            <a:r>
              <a:rPr lang="en-US" dirty="0"/>
              <a:t>      </a:t>
            </a:r>
            <a:r>
              <a:rPr lang="en-US" dirty="0" err="1"/>
              <a:t>dari</a:t>
            </a:r>
            <a:r>
              <a:rPr lang="en-US" dirty="0"/>
              <a:t> 1 </a:t>
            </a:r>
            <a:r>
              <a:rPr lang="en-US" dirty="0" err="1"/>
              <a:t>ke</a:t>
            </a:r>
            <a:r>
              <a:rPr lang="en-US" dirty="0"/>
              <a:t> 4 dan </a:t>
            </a:r>
            <a:r>
              <a:rPr lang="en-US" dirty="0" err="1"/>
              <a:t>lintasan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4 </a:t>
            </a:r>
            <a:r>
              <a:rPr lang="en-US" dirty="0" err="1"/>
              <a:t>ke</a:t>
            </a:r>
            <a:r>
              <a:rPr lang="en-US" dirty="0"/>
              <a:t> 1: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Lintasan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1 </a:t>
            </a:r>
            <a:r>
              <a:rPr lang="en-US" dirty="0" err="1"/>
              <a:t>ke</a:t>
            </a:r>
            <a:r>
              <a:rPr lang="en-US" dirty="0"/>
              <a:t> 4: 1, 2, 3, 4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Lintasan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4 </a:t>
            </a:r>
            <a:r>
              <a:rPr lang="en-US" dirty="0" err="1"/>
              <a:t>ke</a:t>
            </a:r>
            <a:r>
              <a:rPr lang="en-US" dirty="0"/>
              <a:t> 1: 4, 5,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79F06-6106-4E00-A7ED-1CCE4A7CF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3920"/>
            <a:ext cx="10515600" cy="5293043"/>
          </a:xfrm>
        </p:spPr>
        <p:txBody>
          <a:bodyPr/>
          <a:lstStyle/>
          <a:p>
            <a:r>
              <a:rPr lang="en-US" dirty="0"/>
              <a:t>Graf </a:t>
            </a:r>
            <a:r>
              <a:rPr lang="en-US" dirty="0" err="1"/>
              <a:t>berarah</a:t>
            </a:r>
            <a:r>
              <a:rPr lang="en-US" dirty="0"/>
              <a:t> </a:t>
            </a:r>
            <a:r>
              <a:rPr lang="en-US" i="1" dirty="0"/>
              <a:t>G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b="1" dirty="0" err="1"/>
              <a:t>graf</a:t>
            </a:r>
            <a:r>
              <a:rPr lang="en-US" b="1" dirty="0"/>
              <a:t> </a:t>
            </a:r>
            <a:r>
              <a:rPr lang="en-US" b="1" dirty="0" err="1"/>
              <a:t>terhubung</a:t>
            </a:r>
            <a:r>
              <a:rPr lang="en-US" b="1" dirty="0"/>
              <a:t> </a:t>
            </a:r>
            <a:r>
              <a:rPr lang="en-US" b="1" dirty="0" err="1"/>
              <a:t>kuat</a:t>
            </a:r>
            <a:r>
              <a:rPr lang="en-US" dirty="0"/>
              <a:t> (</a:t>
            </a:r>
            <a:r>
              <a:rPr lang="en-US" i="1" dirty="0"/>
              <a:t>strongly connected graph</a:t>
            </a:r>
            <a:r>
              <a:rPr lang="en-US" dirty="0"/>
              <a:t>)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pasang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sembarang</a:t>
            </a:r>
            <a:r>
              <a:rPr lang="en-US" dirty="0"/>
              <a:t> </a:t>
            </a:r>
            <a:r>
              <a:rPr lang="en-US" i="1" dirty="0"/>
              <a:t>u</a:t>
            </a:r>
            <a:r>
              <a:rPr lang="en-US" dirty="0"/>
              <a:t> dan </a:t>
            </a:r>
            <a:r>
              <a:rPr lang="en-US" i="1" dirty="0"/>
              <a:t>v</a:t>
            </a:r>
            <a:r>
              <a:rPr lang="en-US" dirty="0"/>
              <a:t> di </a:t>
            </a:r>
            <a:r>
              <a:rPr lang="en-US" i="1" dirty="0"/>
              <a:t>G</a:t>
            </a:r>
            <a:r>
              <a:rPr lang="en-US" dirty="0"/>
              <a:t>,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kuat</a:t>
            </a:r>
            <a:r>
              <a:rPr lang="en-US" dirty="0"/>
              <a:t>. </a:t>
            </a:r>
            <a:r>
              <a:rPr lang="en-US" dirty="0" err="1"/>
              <a:t>Kalau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, </a:t>
            </a:r>
            <a:r>
              <a:rPr lang="en-US" i="1" dirty="0"/>
              <a:t>G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b="1" dirty="0" err="1"/>
              <a:t>graf</a:t>
            </a:r>
            <a:r>
              <a:rPr lang="en-US" b="1" dirty="0"/>
              <a:t> </a:t>
            </a:r>
            <a:r>
              <a:rPr lang="en-US" b="1" dirty="0" err="1"/>
              <a:t>terhubung</a:t>
            </a:r>
            <a:r>
              <a:rPr lang="en-US" b="1" dirty="0"/>
              <a:t> </a:t>
            </a:r>
            <a:r>
              <a:rPr lang="en-US" b="1" dirty="0" err="1"/>
              <a:t>lemah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A734D7E-BE94-4CFF-A623-5C05E9696F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478891"/>
              </p:ext>
            </p:extLst>
          </p:nvPr>
        </p:nvGraphicFramePr>
        <p:xfrm>
          <a:off x="2765229" y="2302033"/>
          <a:ext cx="6661542" cy="2920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51360" imgH="1731960" progId="">
                  <p:embed/>
                </p:oleObj>
              </mc:Choice>
              <mc:Fallback>
                <p:oleObj r:id="rId2" imgW="3951360" imgH="173196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229" y="2302033"/>
                        <a:ext cx="6661542" cy="2920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DDBBB1A-8F2A-44FE-B0BC-4360ACE388C7}"/>
              </a:ext>
            </a:extLst>
          </p:cNvPr>
          <p:cNvSpPr txBox="1"/>
          <p:nvPr/>
        </p:nvSpPr>
        <p:spPr>
          <a:xfrm>
            <a:off x="7507766" y="5053270"/>
            <a:ext cx="1634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Graf </a:t>
            </a:r>
            <a:r>
              <a:rPr lang="en-US" dirty="0" err="1"/>
              <a:t>berarah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kuat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B64459-2A89-48BC-A209-56336F6919C2}"/>
              </a:ext>
            </a:extLst>
          </p:cNvPr>
          <p:cNvSpPr txBox="1"/>
          <p:nvPr/>
        </p:nvSpPr>
        <p:spPr>
          <a:xfrm>
            <a:off x="3267575" y="5280382"/>
            <a:ext cx="1810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Graf </a:t>
            </a:r>
            <a:r>
              <a:rPr lang="en-US" dirty="0" err="1"/>
              <a:t>berarah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lemah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AFC93-613B-3CD6-AD4C-5B1D5450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447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1FE40F-5070-470E-8303-D980E9AFC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274" y="1129664"/>
            <a:ext cx="5381709" cy="24364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CA1E13-4E9C-4E93-89CD-67CBC779A304}"/>
              </a:ext>
            </a:extLst>
          </p:cNvPr>
          <p:cNvSpPr txBox="1"/>
          <p:nvPr/>
        </p:nvSpPr>
        <p:spPr>
          <a:xfrm>
            <a:off x="1422400" y="4287520"/>
            <a:ext cx="102910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Graf </a:t>
            </a:r>
            <a:r>
              <a:rPr lang="en-US" sz="2400" dirty="0" err="1"/>
              <a:t>berarah</a:t>
            </a:r>
            <a:r>
              <a:rPr lang="en-US" sz="2400" dirty="0"/>
              <a:t> </a:t>
            </a:r>
            <a:r>
              <a:rPr lang="en-US" sz="2400" dirty="0" err="1"/>
              <a:t>terhubung</a:t>
            </a:r>
            <a:r>
              <a:rPr lang="en-US" sz="2400" dirty="0"/>
              <a:t> </a:t>
            </a:r>
            <a:r>
              <a:rPr lang="en-US" sz="2400" dirty="0" err="1"/>
              <a:t>kuat</a:t>
            </a:r>
            <a:r>
              <a:rPr lang="en-US" sz="2400" dirty="0"/>
              <a:t>: </a:t>
            </a:r>
            <a:r>
              <a:rPr lang="en-US" sz="2400" dirty="0" err="1"/>
              <a:t>selalu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lintasan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sepasang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</a:t>
            </a:r>
            <a:r>
              <a:rPr lang="en-US" sz="2400" dirty="0" err="1"/>
              <a:t>manapun</a:t>
            </a:r>
            <a:r>
              <a:rPr lang="en-US" sz="2400" dirty="0"/>
              <a:t>. </a:t>
            </a:r>
          </a:p>
          <a:p>
            <a:pPr algn="ctr"/>
            <a:r>
              <a:rPr lang="en-US" sz="2400" dirty="0" err="1"/>
              <a:t>Periksa</a:t>
            </a:r>
            <a:r>
              <a:rPr lang="en-US" sz="2400" dirty="0"/>
              <a:t>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DB513-5F99-7CB2-14AD-1FFABB57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657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Slide Number Placeholder 5">
            <a:extLst>
              <a:ext uri="{FF2B5EF4-FFF2-40B4-BE49-F238E27FC236}">
                <a16:creationId xmlns:a16="http://schemas.microsoft.com/office/drawing/2014/main" id="{6D3C3B6A-6295-4382-8B80-5668ED14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B8C7687-A7B2-4B92-8F3E-D131559BF722}" type="slidenum">
              <a:rPr lang="en-GB" altLang="en-US" sz="1400"/>
              <a:pPr eaLnBrk="1" hangingPunct="1"/>
              <a:t>41</a:t>
            </a:fld>
            <a:endParaRPr lang="en-GB" altLang="en-US" sz="1400"/>
          </a:p>
        </p:txBody>
      </p:sp>
      <p:graphicFrame>
        <p:nvGraphicFramePr>
          <p:cNvPr id="27650" name="Object 4">
            <a:extLst>
              <a:ext uri="{FF2B5EF4-FFF2-40B4-BE49-F238E27FC236}">
                <a16:creationId xmlns:a16="http://schemas.microsoft.com/office/drawing/2014/main" id="{B92DA45B-0E1F-4BDF-9EF2-47B0A5F5BB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774237"/>
              </p:ext>
            </p:extLst>
          </p:nvPr>
        </p:nvGraphicFramePr>
        <p:xfrm>
          <a:off x="837248" y="421323"/>
          <a:ext cx="10334625" cy="579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460424" imgH="4180906" progId="Word.Document.8">
                  <p:embed/>
                </p:oleObj>
              </mc:Choice>
              <mc:Fallback>
                <p:oleObj name="Document" r:id="rId2" imgW="7460424" imgH="4180906" progId="Word.Document.8">
                  <p:embed/>
                  <p:pic>
                    <p:nvPicPr>
                      <p:cNvPr id="27650" name="Object 4">
                        <a:extLst>
                          <a:ext uri="{FF2B5EF4-FFF2-40B4-BE49-F238E27FC236}">
                            <a16:creationId xmlns:a16="http://schemas.microsoft.com/office/drawing/2014/main" id="{B92DA45B-0E1F-4BDF-9EF2-47B0A5F5BB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248" y="421323"/>
                        <a:ext cx="10334625" cy="579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Slide Number Placeholder 5">
            <a:extLst>
              <a:ext uri="{FF2B5EF4-FFF2-40B4-BE49-F238E27FC236}">
                <a16:creationId xmlns:a16="http://schemas.microsoft.com/office/drawing/2014/main" id="{7989F374-9227-4F65-A7B2-BEEB0081B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CB9E227-5BE6-4C26-871B-24A20C3DE7DF}" type="slidenum">
              <a:rPr lang="en-GB" altLang="en-US" sz="1400"/>
              <a:pPr eaLnBrk="1" hangingPunct="1"/>
              <a:t>42</a:t>
            </a:fld>
            <a:endParaRPr lang="en-GB" altLang="en-US" sz="1400"/>
          </a:p>
        </p:txBody>
      </p:sp>
      <p:graphicFrame>
        <p:nvGraphicFramePr>
          <p:cNvPr id="28674" name="Object 4">
            <a:extLst>
              <a:ext uri="{FF2B5EF4-FFF2-40B4-BE49-F238E27FC236}">
                <a16:creationId xmlns:a16="http://schemas.microsoft.com/office/drawing/2014/main" id="{D280105F-751B-4D46-B29C-F02F03B86A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184126"/>
              </p:ext>
            </p:extLst>
          </p:nvPr>
        </p:nvGraphicFramePr>
        <p:xfrm>
          <a:off x="1563311" y="985521"/>
          <a:ext cx="9065377" cy="4490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2717280" progId="Word.Document.8">
                  <p:embed/>
                </p:oleObj>
              </mc:Choice>
              <mc:Fallback>
                <p:oleObj name="Document" r:id="rId2" imgW="5486400" imgH="2717280" progId="Word.Document.8">
                  <p:embed/>
                  <p:pic>
                    <p:nvPicPr>
                      <p:cNvPr id="28674" name="Object 4">
                        <a:extLst>
                          <a:ext uri="{FF2B5EF4-FFF2-40B4-BE49-F238E27FC236}">
                            <a16:creationId xmlns:a16="http://schemas.microsoft.com/office/drawing/2014/main" id="{D280105F-751B-4D46-B29C-F02F03B86A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311" y="985521"/>
                        <a:ext cx="9065377" cy="44907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E7C8CD4D-C29D-FF07-499D-F77EC20DD001}"/>
              </a:ext>
            </a:extLst>
          </p:cNvPr>
          <p:cNvSpPr/>
          <p:nvPr/>
        </p:nvSpPr>
        <p:spPr>
          <a:xfrm>
            <a:off x="1915886" y="2714171"/>
            <a:ext cx="3501241" cy="2762069"/>
          </a:xfrm>
          <a:prstGeom prst="ellipse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9438AF-4584-B55D-9625-FE0A955CC0E9}"/>
              </a:ext>
            </a:extLst>
          </p:cNvPr>
          <p:cNvSpPr/>
          <p:nvPr/>
        </p:nvSpPr>
        <p:spPr>
          <a:xfrm>
            <a:off x="5417127" y="2590799"/>
            <a:ext cx="2736273" cy="2762069"/>
          </a:xfrm>
          <a:prstGeom prst="ellipse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207D0E-42F2-49B7-317B-57780D17302B}"/>
              </a:ext>
            </a:extLst>
          </p:cNvPr>
          <p:cNvSpPr/>
          <p:nvPr/>
        </p:nvSpPr>
        <p:spPr>
          <a:xfrm>
            <a:off x="8080827" y="2824480"/>
            <a:ext cx="1005116" cy="1341120"/>
          </a:xfrm>
          <a:prstGeom prst="ellipse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539AD9-9EF3-8C57-794C-0F8EA11D713B}"/>
              </a:ext>
            </a:extLst>
          </p:cNvPr>
          <p:cNvSpPr/>
          <p:nvPr/>
        </p:nvSpPr>
        <p:spPr>
          <a:xfrm>
            <a:off x="8505428" y="4033520"/>
            <a:ext cx="1190115" cy="770709"/>
          </a:xfrm>
          <a:prstGeom prst="ellipse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997425-023E-18B2-C8C5-0EDA1AF9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65FD41-19CA-DF3D-9E99-CF3B69FDB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104" y="1489302"/>
            <a:ext cx="4646153" cy="4171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6646F2-C00C-A393-743A-984778173807}"/>
              </a:ext>
            </a:extLst>
          </p:cNvPr>
          <p:cNvSpPr txBox="1"/>
          <p:nvPr/>
        </p:nvSpPr>
        <p:spPr>
          <a:xfrm>
            <a:off x="1333382" y="670027"/>
            <a:ext cx="5803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Graf </a:t>
            </a:r>
            <a:r>
              <a:rPr lang="en-US" sz="2400" dirty="0" err="1"/>
              <a:t>tak-terhubung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3 </a:t>
            </a:r>
            <a:r>
              <a:rPr lang="en-US" sz="2400" dirty="0" err="1"/>
              <a:t>komponen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800388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Slide Number Placeholder 5">
            <a:extLst>
              <a:ext uri="{FF2B5EF4-FFF2-40B4-BE49-F238E27FC236}">
                <a16:creationId xmlns:a16="http://schemas.microsoft.com/office/drawing/2014/main" id="{CAFA8649-6E17-4707-A0BC-57B18CFC0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7A35FB3-9F01-4A10-954E-5B4A2759E5F7}" type="slidenum">
              <a:rPr lang="en-GB" altLang="en-US" sz="1400"/>
              <a:pPr eaLnBrk="1" hangingPunct="1"/>
              <a:t>44</a:t>
            </a:fld>
            <a:endParaRPr lang="en-GB" altLang="en-US" sz="1400"/>
          </a:p>
        </p:txBody>
      </p:sp>
      <p:graphicFrame>
        <p:nvGraphicFramePr>
          <p:cNvPr id="29698" name="Object 4">
            <a:extLst>
              <a:ext uri="{FF2B5EF4-FFF2-40B4-BE49-F238E27FC236}">
                <a16:creationId xmlns:a16="http://schemas.microsoft.com/office/drawing/2014/main" id="{AB9F3500-064B-4DD3-AB4B-2F85FA18C1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371093"/>
              </p:ext>
            </p:extLst>
          </p:nvPr>
        </p:nvGraphicFramePr>
        <p:xfrm>
          <a:off x="1488440" y="1139031"/>
          <a:ext cx="8857902" cy="457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2836440" progId="Word.Document.8">
                  <p:embed/>
                </p:oleObj>
              </mc:Choice>
              <mc:Fallback>
                <p:oleObj name="Document" r:id="rId2" imgW="5486400" imgH="2836440" progId="Word.Document.8">
                  <p:embed/>
                  <p:pic>
                    <p:nvPicPr>
                      <p:cNvPr id="29698" name="Object 4">
                        <a:extLst>
                          <a:ext uri="{FF2B5EF4-FFF2-40B4-BE49-F238E27FC236}">
                            <a16:creationId xmlns:a16="http://schemas.microsoft.com/office/drawing/2014/main" id="{AB9F3500-064B-4DD3-AB4B-2F85FA18C1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8440" y="1139031"/>
                        <a:ext cx="8857902" cy="457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C20DA189-0CA8-4CB6-946D-48F7A876E7D0}"/>
              </a:ext>
            </a:extLst>
          </p:cNvPr>
          <p:cNvSpPr/>
          <p:nvPr/>
        </p:nvSpPr>
        <p:spPr>
          <a:xfrm>
            <a:off x="2316480" y="3216166"/>
            <a:ext cx="3159760" cy="2502803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437EED-4D4E-46CF-920E-2FE934C846D2}"/>
              </a:ext>
            </a:extLst>
          </p:cNvPr>
          <p:cNvSpPr/>
          <p:nvPr/>
        </p:nvSpPr>
        <p:spPr>
          <a:xfrm>
            <a:off x="7186582" y="3074276"/>
            <a:ext cx="1263735" cy="1602827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Slide Number Placeholder 5">
            <a:extLst>
              <a:ext uri="{FF2B5EF4-FFF2-40B4-BE49-F238E27FC236}">
                <a16:creationId xmlns:a16="http://schemas.microsoft.com/office/drawing/2014/main" id="{4E29CBD3-851B-4CF6-9972-CE88CC2F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F5147D9-BE3F-41EA-AD49-56894E65F90A}" type="slidenum">
              <a:rPr lang="en-GB" altLang="en-US" sz="1400"/>
              <a:pPr eaLnBrk="1" hangingPunct="1"/>
              <a:t>45</a:t>
            </a:fld>
            <a:endParaRPr lang="en-GB" altLang="en-US" sz="1400"/>
          </a:p>
        </p:txBody>
      </p:sp>
      <p:graphicFrame>
        <p:nvGraphicFramePr>
          <p:cNvPr id="30722" name="Object 4">
            <a:extLst>
              <a:ext uri="{FF2B5EF4-FFF2-40B4-BE49-F238E27FC236}">
                <a16:creationId xmlns:a16="http://schemas.microsoft.com/office/drawing/2014/main" id="{44DCDC87-C7E1-43DA-B468-3BDA82DC22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651721"/>
              </p:ext>
            </p:extLst>
          </p:nvPr>
        </p:nvGraphicFramePr>
        <p:xfrm>
          <a:off x="918369" y="740569"/>
          <a:ext cx="10355262" cy="537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104190" imgH="3693848" progId="Word.Document.8">
                  <p:embed/>
                </p:oleObj>
              </mc:Choice>
              <mc:Fallback>
                <p:oleObj name="Document" r:id="rId2" imgW="7104190" imgH="3693848" progId="Word.Document.8">
                  <p:embed/>
                  <p:pic>
                    <p:nvPicPr>
                      <p:cNvPr id="30722" name="Object 4">
                        <a:extLst>
                          <a:ext uri="{FF2B5EF4-FFF2-40B4-BE49-F238E27FC236}">
                            <a16:creationId xmlns:a16="http://schemas.microsoft.com/office/drawing/2014/main" id="{44DCDC87-C7E1-43DA-B468-3BDA82DC22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8369" y="740569"/>
                        <a:ext cx="10355262" cy="537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717F1445-3813-4A18-8019-8EA350DC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67D8B98-2EF8-4E08-A166-FD5796A9D5A5}" type="slidenum">
              <a:rPr lang="en-GB" altLang="en-US" sz="1400"/>
              <a:pPr eaLnBrk="1" hangingPunct="1"/>
              <a:t>46</a:t>
            </a:fld>
            <a:endParaRPr lang="en-GB" altLang="en-US" sz="1400"/>
          </a:p>
        </p:txBody>
      </p:sp>
      <p:graphicFrame>
        <p:nvGraphicFramePr>
          <p:cNvPr id="31746" name="Object 5">
            <a:extLst>
              <a:ext uri="{FF2B5EF4-FFF2-40B4-BE49-F238E27FC236}">
                <a16:creationId xmlns:a16="http://schemas.microsoft.com/office/drawing/2014/main" id="{B5CEC4A5-C871-46BC-847F-CF475DA016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896307"/>
              </p:ext>
            </p:extLst>
          </p:nvPr>
        </p:nvGraphicFramePr>
        <p:xfrm>
          <a:off x="654050" y="468313"/>
          <a:ext cx="10883900" cy="654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926768" imgH="4781165" progId="Word.Document.8">
                  <p:embed/>
                </p:oleObj>
              </mc:Choice>
              <mc:Fallback>
                <p:oleObj name="Document" r:id="rId2" imgW="7926768" imgH="4781165" progId="Word.Document.8">
                  <p:embed/>
                  <p:pic>
                    <p:nvPicPr>
                      <p:cNvPr id="31746" name="Object 5">
                        <a:extLst>
                          <a:ext uri="{FF2B5EF4-FFF2-40B4-BE49-F238E27FC236}">
                            <a16:creationId xmlns:a16="http://schemas.microsoft.com/office/drawing/2014/main" id="{B5CEC4A5-C871-46BC-847F-CF475DA016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468313"/>
                        <a:ext cx="10883900" cy="654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EB7E85-2D88-A19E-45B1-3F76ADC33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47</a:t>
            </a:fld>
            <a:endParaRPr lang="en-US"/>
          </a:p>
        </p:txBody>
      </p:sp>
      <p:pic>
        <p:nvPicPr>
          <p:cNvPr id="7" name="Picture 6" descr="A diagram of a connection between two lines&#10;&#10;Description automatically generated">
            <a:extLst>
              <a:ext uri="{FF2B5EF4-FFF2-40B4-BE49-F238E27FC236}">
                <a16:creationId xmlns:a16="http://schemas.microsoft.com/office/drawing/2014/main" id="{E4FE88C1-0C41-DB7E-C1C3-51623515E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34" y="1932916"/>
            <a:ext cx="6217331" cy="29921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B76E06-F07F-A403-F96D-C4992980C214}"/>
              </a:ext>
            </a:extLst>
          </p:cNvPr>
          <p:cNvSpPr txBox="1"/>
          <p:nvPr/>
        </p:nvSpPr>
        <p:spPr>
          <a:xfrm>
            <a:off x="1053595" y="665479"/>
            <a:ext cx="7557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Temukan</a:t>
            </a:r>
            <a:r>
              <a:rPr lang="en-US" sz="2800" dirty="0"/>
              <a:t> </a:t>
            </a:r>
            <a:r>
              <a:rPr lang="en-US" sz="2800" dirty="0" err="1"/>
              <a:t>semua</a:t>
            </a:r>
            <a:r>
              <a:rPr lang="en-US" sz="2800" dirty="0"/>
              <a:t> </a:t>
            </a:r>
            <a:r>
              <a:rPr lang="en-US" sz="2800" i="1" dirty="0"/>
              <a:t>cut-set</a:t>
            </a:r>
            <a:r>
              <a:rPr lang="en-US" sz="2800" dirty="0"/>
              <a:t> di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graf</a:t>
            </a:r>
            <a:r>
              <a:rPr lang="en-US" sz="2800" dirty="0"/>
              <a:t> di </a:t>
            </a:r>
            <a:r>
              <a:rPr lang="en-US" sz="2800" dirty="0" err="1"/>
              <a:t>bawah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5D329-C15F-91C0-77DF-26570EE51DF2}"/>
              </a:ext>
            </a:extLst>
          </p:cNvPr>
          <p:cNvSpPr txBox="1"/>
          <p:nvPr/>
        </p:nvSpPr>
        <p:spPr>
          <a:xfrm>
            <a:off x="7468215" y="1481560"/>
            <a:ext cx="38021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Jawaban</a:t>
            </a:r>
            <a:r>
              <a:rPr lang="en-US" sz="2400" b="1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{(</a:t>
            </a:r>
            <a:r>
              <a:rPr lang="en-US" sz="2400" dirty="0" err="1"/>
              <a:t>c,e</a:t>
            </a:r>
            <a:r>
              <a:rPr lang="en-US" sz="2400" dirty="0"/>
              <a:t>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{(</a:t>
            </a:r>
            <a:r>
              <a:rPr lang="en-US" sz="2400" dirty="0" err="1"/>
              <a:t>a,b</a:t>
            </a:r>
            <a:r>
              <a:rPr lang="en-US" sz="2400" dirty="0"/>
              <a:t>), (</a:t>
            </a:r>
            <a:r>
              <a:rPr lang="en-US" sz="2400" dirty="0" err="1"/>
              <a:t>a,d</a:t>
            </a:r>
            <a:r>
              <a:rPr lang="en-US" sz="2400" dirty="0"/>
              <a:t>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{(</a:t>
            </a:r>
            <a:r>
              <a:rPr lang="en-US" sz="2400" dirty="0" err="1"/>
              <a:t>b,c</a:t>
            </a:r>
            <a:r>
              <a:rPr lang="en-US" sz="2400" dirty="0"/>
              <a:t>), (</a:t>
            </a:r>
            <a:r>
              <a:rPr lang="en-US" sz="2400" dirty="0" err="1"/>
              <a:t>c,d</a:t>
            </a:r>
            <a:r>
              <a:rPr lang="en-US" sz="2400" dirty="0"/>
              <a:t>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{(</a:t>
            </a:r>
            <a:r>
              <a:rPr lang="en-US" sz="2400" dirty="0" err="1"/>
              <a:t>a,b</a:t>
            </a:r>
            <a:r>
              <a:rPr lang="en-US" sz="2400" dirty="0"/>
              <a:t>), (</a:t>
            </a:r>
            <a:r>
              <a:rPr lang="en-US" sz="2400" dirty="0" err="1"/>
              <a:t>b,c</a:t>
            </a:r>
            <a:r>
              <a:rPr lang="en-US" sz="2400" dirty="0"/>
              <a:t>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{(</a:t>
            </a:r>
            <a:r>
              <a:rPr lang="en-US" sz="2400" dirty="0" err="1"/>
              <a:t>a,d</a:t>
            </a:r>
            <a:r>
              <a:rPr lang="en-US" sz="2400" dirty="0"/>
              <a:t>), (</a:t>
            </a:r>
            <a:r>
              <a:rPr lang="en-US" sz="2400" dirty="0" err="1"/>
              <a:t>c,d</a:t>
            </a:r>
            <a:r>
              <a:rPr lang="en-US" sz="2400" dirty="0"/>
              <a:t>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{(</a:t>
            </a:r>
            <a:r>
              <a:rPr lang="en-US" sz="2400" dirty="0" err="1"/>
              <a:t>e,f</a:t>
            </a:r>
            <a:r>
              <a:rPr lang="en-US" sz="2400" dirty="0"/>
              <a:t>), (</a:t>
            </a:r>
            <a:r>
              <a:rPr lang="en-US" sz="2400" dirty="0" err="1"/>
              <a:t>e,h</a:t>
            </a:r>
            <a:r>
              <a:rPr lang="en-US" sz="2400" dirty="0"/>
              <a:t>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{(</a:t>
            </a:r>
            <a:r>
              <a:rPr lang="en-US" sz="2400" dirty="0" err="1"/>
              <a:t>f,g</a:t>
            </a:r>
            <a:r>
              <a:rPr lang="en-US" sz="2400" dirty="0"/>
              <a:t>), (</a:t>
            </a:r>
            <a:r>
              <a:rPr lang="en-US" sz="2400" dirty="0" err="1"/>
              <a:t>g,h</a:t>
            </a:r>
            <a:r>
              <a:rPr lang="en-US" sz="2400" dirty="0"/>
              <a:t>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{(</a:t>
            </a:r>
            <a:r>
              <a:rPr lang="en-US" sz="2400" dirty="0" err="1"/>
              <a:t>e,f</a:t>
            </a:r>
            <a:r>
              <a:rPr lang="en-US" sz="2400" dirty="0"/>
              <a:t>), (</a:t>
            </a:r>
            <a:r>
              <a:rPr lang="en-US" sz="2400" dirty="0" err="1"/>
              <a:t>f,g</a:t>
            </a:r>
            <a:r>
              <a:rPr lang="en-US" sz="2400" dirty="0"/>
              <a:t>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{(</a:t>
            </a:r>
            <a:r>
              <a:rPr lang="en-US" sz="2400" dirty="0" err="1"/>
              <a:t>e,h</a:t>
            </a:r>
            <a:r>
              <a:rPr lang="en-US" sz="2400" dirty="0"/>
              <a:t>), (</a:t>
            </a:r>
            <a:r>
              <a:rPr lang="en-US" sz="2400" dirty="0" err="1"/>
              <a:t>g,h</a:t>
            </a:r>
            <a:r>
              <a:rPr lang="en-US" sz="2400" dirty="0"/>
              <a:t>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Ada </a:t>
            </a:r>
            <a:r>
              <a:rPr lang="en-US" sz="2400" dirty="0" err="1"/>
              <a:t>lagi</a:t>
            </a:r>
            <a:r>
              <a:rPr lang="en-US" sz="2400" dirty="0"/>
              <a:t>?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DD265A-841C-FF53-0497-0E668D83D6B8}"/>
              </a:ext>
            </a:extLst>
          </p:cNvPr>
          <p:cNvSpPr txBox="1"/>
          <p:nvPr/>
        </p:nvSpPr>
        <p:spPr>
          <a:xfrm>
            <a:off x="4256314" y="5718628"/>
            <a:ext cx="6660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Namun</a:t>
            </a:r>
            <a:r>
              <a:rPr lang="en-US" sz="2400" dirty="0">
                <a:solidFill>
                  <a:srgbClr val="FF0000"/>
                </a:solidFill>
              </a:rPr>
              <a:t>, {(</a:t>
            </a:r>
            <a:r>
              <a:rPr lang="en-US" sz="2400" dirty="0" err="1">
                <a:solidFill>
                  <a:srgbClr val="FF0000"/>
                </a:solidFill>
              </a:rPr>
              <a:t>a,b</a:t>
            </a:r>
            <a:r>
              <a:rPr lang="en-US" sz="2400" dirty="0">
                <a:solidFill>
                  <a:srgbClr val="FF0000"/>
                </a:solidFill>
              </a:rPr>
              <a:t>), (</a:t>
            </a:r>
            <a:r>
              <a:rPr lang="en-US" sz="2400" dirty="0" err="1">
                <a:solidFill>
                  <a:srgbClr val="FF0000"/>
                </a:solidFill>
              </a:rPr>
              <a:t>a,d</a:t>
            </a:r>
            <a:r>
              <a:rPr lang="en-US" sz="2400" dirty="0">
                <a:solidFill>
                  <a:srgbClr val="FF0000"/>
                </a:solidFill>
              </a:rPr>
              <a:t>), (</a:t>
            </a:r>
            <a:r>
              <a:rPr lang="en-US" sz="2400" dirty="0" err="1">
                <a:solidFill>
                  <a:srgbClr val="FF0000"/>
                </a:solidFill>
              </a:rPr>
              <a:t>c,d</a:t>
            </a:r>
            <a:r>
              <a:rPr lang="en-US" sz="2400" dirty="0">
                <a:solidFill>
                  <a:srgbClr val="FF0000"/>
                </a:solidFill>
              </a:rPr>
              <a:t>)} </a:t>
            </a:r>
            <a:r>
              <a:rPr lang="en-US" sz="2400" dirty="0" err="1">
                <a:solidFill>
                  <a:srgbClr val="FF0000"/>
                </a:solidFill>
              </a:rPr>
              <a:t>bukan</a:t>
            </a:r>
            <a:r>
              <a:rPr lang="en-US" sz="2400" dirty="0">
                <a:solidFill>
                  <a:srgbClr val="FF0000"/>
                </a:solidFill>
              </a:rPr>
              <a:t> cut-set. </a:t>
            </a:r>
            <a:r>
              <a:rPr lang="en-US" sz="2400" dirty="0" err="1">
                <a:solidFill>
                  <a:srgbClr val="FF0000"/>
                </a:solidFill>
              </a:rPr>
              <a:t>Mengapa</a:t>
            </a:r>
            <a:r>
              <a:rPr lang="en-US" sz="24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536658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Slide Number Placeholder 5">
            <a:extLst>
              <a:ext uri="{FF2B5EF4-FFF2-40B4-BE49-F238E27FC236}">
                <a16:creationId xmlns:a16="http://schemas.microsoft.com/office/drawing/2014/main" id="{11763CED-43C0-4B95-8122-11AEA7DF8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7721BC-783E-41A6-B63D-1CEE6386F3D4}" type="slidenum">
              <a:rPr lang="en-GB" altLang="en-US" sz="1400"/>
              <a:pPr eaLnBrk="1" hangingPunct="1"/>
              <a:t>48</a:t>
            </a:fld>
            <a:endParaRPr lang="en-GB" altLang="en-US" sz="1400"/>
          </a:p>
        </p:txBody>
      </p:sp>
      <p:graphicFrame>
        <p:nvGraphicFramePr>
          <p:cNvPr id="32770" name="Object 4">
            <a:extLst>
              <a:ext uri="{FF2B5EF4-FFF2-40B4-BE49-F238E27FC236}">
                <a16:creationId xmlns:a16="http://schemas.microsoft.com/office/drawing/2014/main" id="{4748444E-2976-4F22-9637-4F28CFB979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950315"/>
              </p:ext>
            </p:extLst>
          </p:nvPr>
        </p:nvGraphicFramePr>
        <p:xfrm>
          <a:off x="1096963" y="974725"/>
          <a:ext cx="10210800" cy="539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5913" imgH="3760904" progId="Word.Document.8">
                  <p:embed/>
                </p:oleObj>
              </mc:Choice>
              <mc:Fallback>
                <p:oleObj name="Document" r:id="rId2" imgW="7095913" imgH="3760904" progId="Word.Document.8">
                  <p:embed/>
                  <p:pic>
                    <p:nvPicPr>
                      <p:cNvPr id="32770" name="Object 4">
                        <a:extLst>
                          <a:ext uri="{FF2B5EF4-FFF2-40B4-BE49-F238E27FC236}">
                            <a16:creationId xmlns:a16="http://schemas.microsoft.com/office/drawing/2014/main" id="{4748444E-2976-4F22-9637-4F28CFB979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963" y="974725"/>
                        <a:ext cx="10210800" cy="539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1D4B68C-7D1E-977D-8E4B-60407AEF88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364" y="2890612"/>
            <a:ext cx="5974399" cy="319586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Slide Number Placeholder 5">
            <a:extLst>
              <a:ext uri="{FF2B5EF4-FFF2-40B4-BE49-F238E27FC236}">
                <a16:creationId xmlns:a16="http://schemas.microsoft.com/office/drawing/2014/main" id="{FB9BC3E8-6140-466A-8818-10301B04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74DAC0A-7FE4-46AB-B9AD-A34C6D8208B0}" type="slidenum">
              <a:rPr lang="en-GB" altLang="en-US" sz="1400"/>
              <a:pPr eaLnBrk="1" hangingPunct="1"/>
              <a:t>49</a:t>
            </a:fld>
            <a:endParaRPr lang="en-GB" altLang="en-US" sz="1400"/>
          </a:p>
        </p:txBody>
      </p:sp>
      <p:sp>
        <p:nvSpPr>
          <p:cNvPr id="33797" name="Rectangle 2">
            <a:extLst>
              <a:ext uri="{FF2B5EF4-FFF2-40B4-BE49-F238E27FC236}">
                <a16:creationId xmlns:a16="http://schemas.microsoft.com/office/drawing/2014/main" id="{285FC072-4FDF-41C1-9FDE-A27078C2A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28210"/>
            <a:ext cx="77724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b="1" dirty="0" err="1">
                <a:latin typeface="+mn-lt"/>
                <a:cs typeface="Times New Roman" panose="02020603050405020304" pitchFamily="18" charset="0"/>
              </a:rPr>
              <a:t>Beberapa</a:t>
            </a:r>
            <a:r>
              <a:rPr lang="en-US" altLang="en-US" sz="4000" b="1" dirty="0">
                <a:latin typeface="+mn-lt"/>
                <a:cs typeface="Times New Roman" panose="02020603050405020304" pitchFamily="18" charset="0"/>
              </a:rPr>
              <a:t> Graf </a:t>
            </a:r>
            <a:r>
              <a:rPr lang="en-US" altLang="en-US" sz="4000" b="1" dirty="0" err="1">
                <a:latin typeface="+mn-lt"/>
                <a:cs typeface="Times New Roman" panose="02020603050405020304" pitchFamily="18" charset="0"/>
              </a:rPr>
              <a:t>Khusus</a:t>
            </a:r>
            <a:endParaRPr lang="en-GB" altLang="en-US" sz="4000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33794" name="Object 4">
            <a:extLst>
              <a:ext uri="{FF2B5EF4-FFF2-40B4-BE49-F238E27FC236}">
                <a16:creationId xmlns:a16="http://schemas.microsoft.com/office/drawing/2014/main" id="{0617783E-FB61-4178-AF9B-88D91CFD62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894364"/>
              </p:ext>
            </p:extLst>
          </p:nvPr>
        </p:nvGraphicFramePr>
        <p:xfrm>
          <a:off x="944880" y="1674495"/>
          <a:ext cx="10653078" cy="3907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985085" imgH="2570480" progId="Word.Document.8">
                  <p:embed/>
                </p:oleObj>
              </mc:Choice>
              <mc:Fallback>
                <p:oleObj name="Document" r:id="rId2" imgW="6985085" imgH="2570480" progId="Word.Document.8">
                  <p:embed/>
                  <p:pic>
                    <p:nvPicPr>
                      <p:cNvPr id="33794" name="Object 4">
                        <a:extLst>
                          <a:ext uri="{FF2B5EF4-FFF2-40B4-BE49-F238E27FC236}">
                            <a16:creationId xmlns:a16="http://schemas.microsoft.com/office/drawing/2014/main" id="{0617783E-FB61-4178-AF9B-88D91CFD62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80" y="1674495"/>
                        <a:ext cx="10653078" cy="3907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table, display&#10;&#10;Description automatically generated">
            <a:extLst>
              <a:ext uri="{FF2B5EF4-FFF2-40B4-BE49-F238E27FC236}">
                <a16:creationId xmlns:a16="http://schemas.microsoft.com/office/drawing/2014/main" id="{EB53667C-8511-46F8-B69A-C11208A4B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529" y="897652"/>
            <a:ext cx="6586061" cy="5946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AB533A-535B-4F29-97D9-EEA01397C47D}"/>
              </a:ext>
            </a:extLst>
          </p:cNvPr>
          <p:cNvSpPr txBox="1"/>
          <p:nvPr/>
        </p:nvSpPr>
        <p:spPr>
          <a:xfrm>
            <a:off x="4043680" y="254000"/>
            <a:ext cx="3591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Jumlah</a:t>
            </a:r>
            <a:r>
              <a:rPr lang="en-US" sz="2000" dirty="0"/>
              <a:t> </a:t>
            </a:r>
            <a:r>
              <a:rPr lang="en-US" sz="2000" dirty="0" err="1"/>
              <a:t>sisi</a:t>
            </a:r>
            <a:r>
              <a:rPr lang="en-US" sz="2000" dirty="0"/>
              <a:t> di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graf</a:t>
            </a:r>
            <a:r>
              <a:rPr lang="en-US" sz="2000" dirty="0"/>
              <a:t> </a:t>
            </a:r>
            <a:r>
              <a:rPr lang="en-US" sz="2000" dirty="0" err="1"/>
              <a:t>lengkap</a:t>
            </a: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A3EEFA-82C3-960F-2158-0C2F744B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56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Slide Number Placeholder 5">
            <a:extLst>
              <a:ext uri="{FF2B5EF4-FFF2-40B4-BE49-F238E27FC236}">
                <a16:creationId xmlns:a16="http://schemas.microsoft.com/office/drawing/2014/main" id="{9D8139EF-B46B-49AD-8056-3EFE6C9A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3778EE2-FF32-4818-BC6F-30130F4739E1}" type="slidenum">
              <a:rPr lang="en-GB" altLang="en-US" sz="1400"/>
              <a:pPr eaLnBrk="1" hangingPunct="1"/>
              <a:t>51</a:t>
            </a:fld>
            <a:endParaRPr lang="en-GB" altLang="en-US" sz="1400"/>
          </a:p>
        </p:txBody>
      </p:sp>
      <p:graphicFrame>
        <p:nvGraphicFramePr>
          <p:cNvPr id="34818" name="Object 4">
            <a:extLst>
              <a:ext uri="{FF2B5EF4-FFF2-40B4-BE49-F238E27FC236}">
                <a16:creationId xmlns:a16="http://schemas.microsoft.com/office/drawing/2014/main" id="{6591D7FC-7950-48FA-9363-AECA6F30C1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438272"/>
              </p:ext>
            </p:extLst>
          </p:nvPr>
        </p:nvGraphicFramePr>
        <p:xfrm>
          <a:off x="1012825" y="1233488"/>
          <a:ext cx="10698163" cy="433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04516" imgH="2845193" progId="Word.Document.8">
                  <p:embed/>
                </p:oleObj>
              </mc:Choice>
              <mc:Fallback>
                <p:oleObj name="Document" r:id="rId2" imgW="7004516" imgH="2845193" progId="Word.Document.8">
                  <p:embed/>
                  <p:pic>
                    <p:nvPicPr>
                      <p:cNvPr id="34818" name="Object 4">
                        <a:extLst>
                          <a:ext uri="{FF2B5EF4-FFF2-40B4-BE49-F238E27FC236}">
                            <a16:creationId xmlns:a16="http://schemas.microsoft.com/office/drawing/2014/main" id="{6591D7FC-7950-48FA-9363-AECA6F30C1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825" y="1233488"/>
                        <a:ext cx="10698163" cy="433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Slide Number Placeholder 5">
            <a:extLst>
              <a:ext uri="{FF2B5EF4-FFF2-40B4-BE49-F238E27FC236}">
                <a16:creationId xmlns:a16="http://schemas.microsoft.com/office/drawing/2014/main" id="{EC4FCB12-BA15-4151-9C3F-06E73C4D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470D42C-820D-4014-B3C6-C682609529AF}" type="slidenum">
              <a:rPr lang="en-GB" altLang="en-US" sz="1400"/>
              <a:pPr eaLnBrk="1" hangingPunct="1"/>
              <a:t>52</a:t>
            </a:fld>
            <a:endParaRPr lang="en-GB" altLang="en-US" sz="1400"/>
          </a:p>
        </p:txBody>
      </p:sp>
      <p:graphicFrame>
        <p:nvGraphicFramePr>
          <p:cNvPr id="35842" name="Object 4">
            <a:extLst>
              <a:ext uri="{FF2B5EF4-FFF2-40B4-BE49-F238E27FC236}">
                <a16:creationId xmlns:a16="http://schemas.microsoft.com/office/drawing/2014/main" id="{4271E39A-4D1B-4A9D-87F4-64D7571AE3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598391"/>
              </p:ext>
            </p:extLst>
          </p:nvPr>
        </p:nvGraphicFramePr>
        <p:xfrm>
          <a:off x="847725" y="1376363"/>
          <a:ext cx="10720388" cy="489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939386" imgH="3178310" progId="Word.Document.8">
                  <p:embed/>
                </p:oleObj>
              </mc:Choice>
              <mc:Fallback>
                <p:oleObj name="Document" r:id="rId2" imgW="6939386" imgH="3178310" progId="Word.Document.8">
                  <p:embed/>
                  <p:pic>
                    <p:nvPicPr>
                      <p:cNvPr id="35842" name="Object 4">
                        <a:extLst>
                          <a:ext uri="{FF2B5EF4-FFF2-40B4-BE49-F238E27FC236}">
                            <a16:creationId xmlns:a16="http://schemas.microsoft.com/office/drawing/2014/main" id="{4271E39A-4D1B-4A9D-87F4-64D7571AE3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725" y="1376363"/>
                        <a:ext cx="10720388" cy="489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lock&#10;&#10;Description automatically generated">
            <a:extLst>
              <a:ext uri="{FF2B5EF4-FFF2-40B4-BE49-F238E27FC236}">
                <a16:creationId xmlns:a16="http://schemas.microsoft.com/office/drawing/2014/main" id="{25BC8FE9-B34F-47C0-88FD-70E14287D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669" y="2554074"/>
            <a:ext cx="4580621" cy="35840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2FDF8C-B256-41FC-93FF-671564CCAAF7}"/>
              </a:ext>
            </a:extLst>
          </p:cNvPr>
          <p:cNvSpPr txBox="1"/>
          <p:nvPr/>
        </p:nvSpPr>
        <p:spPr>
          <a:xfrm>
            <a:off x="883920" y="802640"/>
            <a:ext cx="52824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Contoh-fontoh</a:t>
            </a:r>
            <a:r>
              <a:rPr lang="en-US" sz="2800" dirty="0"/>
              <a:t> </a:t>
            </a:r>
            <a:r>
              <a:rPr lang="en-US" sz="2800" dirty="0" err="1"/>
              <a:t>graf</a:t>
            </a:r>
            <a:r>
              <a:rPr lang="en-US" sz="2800" dirty="0"/>
              <a:t> </a:t>
            </a:r>
            <a:r>
              <a:rPr lang="en-US" sz="2800" dirty="0" err="1"/>
              <a:t>teratur</a:t>
            </a:r>
            <a:r>
              <a:rPr lang="en-US" sz="2800" dirty="0"/>
              <a:t> </a:t>
            </a:r>
            <a:r>
              <a:rPr lang="en-US" sz="2800" dirty="0" err="1"/>
              <a:t>lainnya</a:t>
            </a:r>
            <a:r>
              <a:rPr lang="en-US" sz="2800" dirty="0"/>
              <a:t>:</a:t>
            </a:r>
          </a:p>
        </p:txBody>
      </p:sp>
      <p:pic>
        <p:nvPicPr>
          <p:cNvPr id="8" name="Picture 7" descr="A picture containing sitting, building&#10;&#10;Description automatically generated">
            <a:extLst>
              <a:ext uri="{FF2B5EF4-FFF2-40B4-BE49-F238E27FC236}">
                <a16:creationId xmlns:a16="http://schemas.microsoft.com/office/drawing/2014/main" id="{BA4272F6-29B1-463B-85AC-DE93496A6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277" y="1988105"/>
            <a:ext cx="4150043" cy="41500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3D2C8E-84F5-8E40-38CC-68E1F5DEB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240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Slide Number Placeholder 5">
            <a:extLst>
              <a:ext uri="{FF2B5EF4-FFF2-40B4-BE49-F238E27FC236}">
                <a16:creationId xmlns:a16="http://schemas.microsoft.com/office/drawing/2014/main" id="{74FD2EAA-0C52-4F6D-BEE1-8EB6C458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FEB2977-2D94-42E8-AC09-13F55E9FFFB8}" type="slidenum">
              <a:rPr lang="en-GB" altLang="en-US" sz="1400"/>
              <a:pPr eaLnBrk="1" hangingPunct="1"/>
              <a:t>54</a:t>
            </a:fld>
            <a:endParaRPr lang="en-GB" altLang="en-US" sz="1400"/>
          </a:p>
        </p:txBody>
      </p:sp>
      <p:graphicFrame>
        <p:nvGraphicFramePr>
          <p:cNvPr id="36866" name="Object 4">
            <a:extLst>
              <a:ext uri="{FF2B5EF4-FFF2-40B4-BE49-F238E27FC236}">
                <a16:creationId xmlns:a16="http://schemas.microsoft.com/office/drawing/2014/main" id="{14BCEBE3-FEDC-462F-A893-9B2C2FFBA6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174638"/>
              </p:ext>
            </p:extLst>
          </p:nvPr>
        </p:nvGraphicFramePr>
        <p:xfrm>
          <a:off x="874713" y="983456"/>
          <a:ext cx="10961687" cy="489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162123" imgH="3207873" progId="Word.Document.8">
                  <p:embed/>
                </p:oleObj>
              </mc:Choice>
              <mc:Fallback>
                <p:oleObj name="Document" r:id="rId2" imgW="7162123" imgH="3207873" progId="Word.Document.8">
                  <p:embed/>
                  <p:pic>
                    <p:nvPicPr>
                      <p:cNvPr id="36866" name="Object 4">
                        <a:extLst>
                          <a:ext uri="{FF2B5EF4-FFF2-40B4-BE49-F238E27FC236}">
                            <a16:creationId xmlns:a16="http://schemas.microsoft.com/office/drawing/2014/main" id="{14BCEBE3-FEDC-462F-A893-9B2C2FFBA6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983456"/>
                        <a:ext cx="10961687" cy="489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1186F-C154-44FE-93BF-82464FA18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5280"/>
            <a:ext cx="10515600" cy="5587683"/>
          </a:xfrm>
        </p:spPr>
        <p:txBody>
          <a:bodyPr/>
          <a:lstStyle/>
          <a:p>
            <a:r>
              <a:rPr lang="en-US" dirty="0"/>
              <a:t>Graf </a:t>
            </a:r>
            <a:r>
              <a:rPr lang="en-US" i="1" dirty="0"/>
              <a:t>G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bipartit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simpul-simpunya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dibagi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i="1" dirty="0"/>
              <a:t>V</a:t>
            </a:r>
            <a:r>
              <a:rPr lang="en-US" baseline="-25000" dirty="0"/>
              <a:t>1</a:t>
            </a:r>
            <a:r>
              <a:rPr lang="en-US" dirty="0"/>
              <a:t> = {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d</a:t>
            </a:r>
            <a:r>
              <a:rPr lang="en-US" dirty="0"/>
              <a:t>} dan </a:t>
            </a:r>
            <a:r>
              <a:rPr lang="en-US" i="1" dirty="0"/>
              <a:t>V</a:t>
            </a:r>
            <a:r>
              <a:rPr lang="en-US" baseline="-25000" dirty="0"/>
              <a:t>2</a:t>
            </a:r>
            <a:r>
              <a:rPr lang="en-US" dirty="0"/>
              <a:t> = {</a:t>
            </a:r>
            <a:r>
              <a:rPr lang="en-US" i="1" dirty="0"/>
              <a:t>c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g</a:t>
            </a:r>
            <a:r>
              <a:rPr lang="en-US" dirty="0"/>
              <a:t>}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bipartit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9B31F8D-DA8F-4CA1-8187-94C217BB7C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157504"/>
              </p:ext>
            </p:extLst>
          </p:nvPr>
        </p:nvGraphicFramePr>
        <p:xfrm>
          <a:off x="3792854" y="1151255"/>
          <a:ext cx="3684906" cy="2128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93760" imgH="1211040" progId="">
                  <p:embed/>
                </p:oleObj>
              </mc:Choice>
              <mc:Fallback>
                <p:oleObj r:id="rId2" imgW="2093760" imgH="12110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854" y="1151255"/>
                        <a:ext cx="3684906" cy="2128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F158CBA-F984-4052-A61C-5798251ED1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998921"/>
              </p:ext>
            </p:extLst>
          </p:nvPr>
        </p:nvGraphicFramePr>
        <p:xfrm>
          <a:off x="934391" y="3881930"/>
          <a:ext cx="6543369" cy="2128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483080" imgH="1458720" progId="">
                  <p:embed/>
                </p:oleObj>
              </mc:Choice>
              <mc:Fallback>
                <p:oleObj r:id="rId4" imgW="4483080" imgH="145872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391" y="3881930"/>
                        <a:ext cx="6543369" cy="2128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E5EACCF-E7BD-4BD4-902B-03E7ADF678B3}"/>
              </a:ext>
            </a:extLst>
          </p:cNvPr>
          <p:cNvSpPr/>
          <p:nvPr/>
        </p:nvSpPr>
        <p:spPr>
          <a:xfrm>
            <a:off x="934391" y="6039604"/>
            <a:ext cx="3513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V</a:t>
            </a:r>
            <a:r>
              <a:rPr lang="en-US" baseline="-25000" dirty="0"/>
              <a:t>1</a:t>
            </a:r>
            <a:r>
              <a:rPr lang="en-US" dirty="0"/>
              <a:t> = {H1, H2, H3} dan </a:t>
            </a:r>
            <a:r>
              <a:rPr lang="en-US" i="1" dirty="0"/>
              <a:t>V</a:t>
            </a:r>
            <a:r>
              <a:rPr lang="en-US" baseline="-25000" dirty="0"/>
              <a:t>2</a:t>
            </a:r>
            <a:r>
              <a:rPr lang="en-US" dirty="0"/>
              <a:t> = {W, G, E}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34C312-749F-455C-B42D-5A0FB0730FC7}"/>
              </a:ext>
            </a:extLst>
          </p:cNvPr>
          <p:cNvSpPr/>
          <p:nvPr/>
        </p:nvSpPr>
        <p:spPr>
          <a:xfrm>
            <a:off x="5282871" y="6009991"/>
            <a:ext cx="5080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V</a:t>
            </a:r>
            <a:r>
              <a:rPr lang="en-US" baseline="-25000" dirty="0"/>
              <a:t>1</a:t>
            </a:r>
            <a:r>
              <a:rPr lang="en-US" dirty="0"/>
              <a:t> = {</a:t>
            </a:r>
            <a:r>
              <a:rPr lang="en-US" dirty="0" err="1"/>
              <a:t>simpul</a:t>
            </a:r>
            <a:r>
              <a:rPr lang="en-US" dirty="0"/>
              <a:t> di </a:t>
            </a:r>
            <a:r>
              <a:rPr lang="en-US" dirty="0" err="1"/>
              <a:t>tengah</a:t>
            </a:r>
            <a:r>
              <a:rPr lang="en-US" dirty="0"/>
              <a:t>} dan </a:t>
            </a:r>
            <a:r>
              <a:rPr lang="en-US" i="1" dirty="0"/>
              <a:t>V</a:t>
            </a:r>
            <a:r>
              <a:rPr lang="en-US" baseline="-25000" dirty="0"/>
              <a:t>2</a:t>
            </a:r>
            <a:r>
              <a:rPr lang="en-US" dirty="0"/>
              <a:t> = {simpul2  </a:t>
            </a:r>
            <a:r>
              <a:rPr lang="en-US" dirty="0" err="1"/>
              <a:t>lainnya</a:t>
            </a:r>
            <a:r>
              <a:rPr lang="en-US" dirty="0"/>
              <a:t>}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1DD9BB-79DD-FF76-320F-6D6F7655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074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ame&#10;&#10;Description automatically generated">
            <a:extLst>
              <a:ext uri="{FF2B5EF4-FFF2-40B4-BE49-F238E27FC236}">
                <a16:creationId xmlns:a16="http://schemas.microsoft.com/office/drawing/2014/main" id="{EAC0F8AC-F335-4784-B198-0F471A3FA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14" y="2109708"/>
            <a:ext cx="3988007" cy="29971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E22DDA-5F23-4A94-8650-3EB63C4EF08F}"/>
              </a:ext>
            </a:extLst>
          </p:cNvPr>
          <p:cNvSpPr/>
          <p:nvPr/>
        </p:nvSpPr>
        <p:spPr>
          <a:xfrm>
            <a:off x="7684035" y="5836404"/>
            <a:ext cx="45079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/>
              <a:t>V</a:t>
            </a:r>
            <a:r>
              <a:rPr lang="en-US" sz="2400" baseline="-25000" dirty="0"/>
              <a:t>1</a:t>
            </a:r>
            <a:r>
              <a:rPr lang="en-US" sz="2400" dirty="0"/>
              <a:t> = {1, 4, 6, 7} dan </a:t>
            </a:r>
            <a:r>
              <a:rPr lang="en-US" sz="2400" i="1" dirty="0"/>
              <a:t>V</a:t>
            </a:r>
            <a:r>
              <a:rPr lang="en-US" sz="2400" baseline="-25000" dirty="0"/>
              <a:t>2</a:t>
            </a:r>
            <a:r>
              <a:rPr lang="en-US" sz="2400" dirty="0"/>
              <a:t> = {2, 3, 5, 8} </a:t>
            </a:r>
          </a:p>
        </p:txBody>
      </p:sp>
      <p:pic>
        <p:nvPicPr>
          <p:cNvPr id="6" name="Picture 5" descr="A picture containing window&#10;&#10;Description automatically generated">
            <a:extLst>
              <a:ext uri="{FF2B5EF4-FFF2-40B4-BE49-F238E27FC236}">
                <a16:creationId xmlns:a16="http://schemas.microsoft.com/office/drawing/2014/main" id="{ADA5EA77-3FF2-4ECC-8082-05C84B7B3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390" y="1735101"/>
            <a:ext cx="2750025" cy="37464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6D83C8-893E-424F-8A32-1B223F313EE6}"/>
              </a:ext>
            </a:extLst>
          </p:cNvPr>
          <p:cNvSpPr txBox="1"/>
          <p:nvPr/>
        </p:nvSpPr>
        <p:spPr>
          <a:xfrm>
            <a:off x="1188720" y="987544"/>
            <a:ext cx="3178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Apakah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bipartit</a:t>
            </a:r>
            <a:r>
              <a:rPr lang="en-US" sz="2400" dirty="0"/>
              <a:t>?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545FEFB-9272-4045-8287-1E27A495771A}"/>
              </a:ext>
            </a:extLst>
          </p:cNvPr>
          <p:cNvSpPr/>
          <p:nvPr/>
        </p:nvSpPr>
        <p:spPr>
          <a:xfrm>
            <a:off x="5415280" y="3428999"/>
            <a:ext cx="2316480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2DC2BE-5E36-4281-BA77-B4AA33ECB853}"/>
              </a:ext>
            </a:extLst>
          </p:cNvPr>
          <p:cNvSpPr txBox="1"/>
          <p:nvPr/>
        </p:nvSpPr>
        <p:spPr>
          <a:xfrm>
            <a:off x="5323603" y="2659973"/>
            <a:ext cx="26454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Ya</a:t>
            </a:r>
            <a:r>
              <a:rPr lang="en-US" sz="2400" dirty="0"/>
              <a:t>,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digambar</a:t>
            </a:r>
            <a:r>
              <a:rPr lang="en-US" sz="2400" dirty="0"/>
              <a:t> </a:t>
            </a:r>
          </a:p>
          <a:p>
            <a:pPr algn="ctr"/>
            <a:r>
              <a:rPr lang="en-US" sz="2400" dirty="0" err="1"/>
              <a:t>ulang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E139C-99B8-A36B-20D6-2A774B61A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527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6E84-3D91-0783-3D47-1F08B1273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Bersambung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Bagian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4EEE-3348-FB1D-3214-378C75374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FF2DD4-5BF3-FE12-9AB9-3F96FCD29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44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</TotalTime>
  <Words>1422</Words>
  <Application>Microsoft Office PowerPoint</Application>
  <PresentationFormat>Widescreen</PresentationFormat>
  <Paragraphs>222</Paragraphs>
  <Slides>57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Aptos</vt:lpstr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Document</vt:lpstr>
      <vt:lpstr>Graf  (Bag.1) </vt:lpstr>
      <vt:lpstr>Pendahuluan</vt:lpstr>
      <vt:lpstr>PowerPoint Presentation</vt:lpstr>
      <vt:lpstr>PowerPoint Presentation</vt:lpstr>
      <vt:lpstr>Definisi Graf</vt:lpstr>
      <vt:lpstr>PowerPoint Presentation</vt:lpstr>
      <vt:lpstr>PowerPoint Presentation</vt:lpstr>
      <vt:lpstr>Jenis-jenis Graf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Contoh Beberapa Penggunaan Graf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Terminologi di dalam Graf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Beberapa Graf Khusus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Bersambung ke Bagian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20-Graf-Bagian1-2024</dc:title>
  <dc:creator>Rinaldi Munir</dc:creator>
  <cp:lastModifiedBy>Binti Kholifah</cp:lastModifiedBy>
  <cp:revision>40</cp:revision>
  <dcterms:created xsi:type="dcterms:W3CDTF">2020-08-02T06:42:50Z</dcterms:created>
  <dcterms:modified xsi:type="dcterms:W3CDTF">2026-03-31T21:54:51Z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2024-11-17T06:39:43Z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4521747e-19f8-4bae-9c7d-edab416f224a</vt:lpwstr>
  </property>
  <property fmtid="{D5CDD505-2E9C-101B-9397-08002B2CF9AE}" pid="8" name="MSIP_Label_38b525e5-f3da-4501-8f1e-526b6769fc56_ContentBits">
    <vt:lpwstr>0</vt:lpwstr>
  </property>
</Properties>
</file>