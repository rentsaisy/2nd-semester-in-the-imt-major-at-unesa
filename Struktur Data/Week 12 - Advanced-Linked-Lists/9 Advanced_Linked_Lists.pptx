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6" r:id="rId38"/>
    <p:sldId id="292" r:id="rId39"/>
    <p:sldId id="297" r:id="rId40"/>
    <p:sldId id="293" r:id="rId41"/>
    <p:sldId id="294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0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AC92CE-12D8-4553-986F-7CF8FAC97A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353836-AE07-42C0-866D-F88A431A266B}">
      <dgm:prSet/>
      <dgm:spPr/>
      <dgm:t>
        <a:bodyPr/>
        <a:lstStyle/>
        <a:p>
          <a:r>
            <a:rPr lang="en-US" b="1"/>
            <a:t>Struktur dasar: [Data|Next] → [Data|Next] → NULL</a:t>
          </a:r>
          <a:endParaRPr lang="en-US"/>
        </a:p>
      </dgm:t>
    </dgm:pt>
    <dgm:pt modelId="{51341206-5F1F-4FF8-8353-A67C5B2083C4}" type="parTrans" cxnId="{B0753F69-0CEE-495D-82C3-701FD2C2A936}">
      <dgm:prSet/>
      <dgm:spPr/>
      <dgm:t>
        <a:bodyPr/>
        <a:lstStyle/>
        <a:p>
          <a:endParaRPr lang="en-US"/>
        </a:p>
      </dgm:t>
    </dgm:pt>
    <dgm:pt modelId="{7DC5CF2D-DC4E-48A7-B6B5-371C01C1208D}" type="sibTrans" cxnId="{B0753F69-0CEE-495D-82C3-701FD2C2A936}">
      <dgm:prSet/>
      <dgm:spPr/>
      <dgm:t>
        <a:bodyPr/>
        <a:lstStyle/>
        <a:p>
          <a:endParaRPr lang="en-US"/>
        </a:p>
      </dgm:t>
    </dgm:pt>
    <dgm:pt modelId="{3AD53649-E23F-41D2-B71D-9C11880B724D}">
      <dgm:prSet/>
      <dgm:spPr/>
      <dgm:t>
        <a:bodyPr/>
        <a:lstStyle/>
        <a:p>
          <a:r>
            <a:rPr lang="en-US" b="1"/>
            <a:t>Karakteristik:</a:t>
          </a:r>
          <a:endParaRPr lang="en-US"/>
        </a:p>
      </dgm:t>
    </dgm:pt>
    <dgm:pt modelId="{11AFBD1D-2B84-4D8B-A7B7-24D72E8A5602}" type="parTrans" cxnId="{3E66B5C3-B520-461C-ADD2-D24D983EA018}">
      <dgm:prSet/>
      <dgm:spPr/>
      <dgm:t>
        <a:bodyPr/>
        <a:lstStyle/>
        <a:p>
          <a:endParaRPr lang="en-US"/>
        </a:p>
      </dgm:t>
    </dgm:pt>
    <dgm:pt modelId="{31D00B87-AD1B-4F65-89A5-3F709E841868}" type="sibTrans" cxnId="{3E66B5C3-B520-461C-ADD2-D24D983EA018}">
      <dgm:prSet/>
      <dgm:spPr/>
      <dgm:t>
        <a:bodyPr/>
        <a:lstStyle/>
        <a:p>
          <a:endParaRPr lang="en-US"/>
        </a:p>
      </dgm:t>
    </dgm:pt>
    <dgm:pt modelId="{301751D8-CB9F-436D-B166-1C70A0A4F4D3}">
      <dgm:prSet/>
      <dgm:spPr/>
      <dgm:t>
        <a:bodyPr/>
        <a:lstStyle/>
        <a:p>
          <a:r>
            <a:rPr lang="en-US" b="1"/>
            <a:t>Setiap node memiliki satu link ke node berikutnya</a:t>
          </a:r>
          <a:endParaRPr lang="en-US"/>
        </a:p>
      </dgm:t>
    </dgm:pt>
    <dgm:pt modelId="{B916011D-542A-46EC-951E-56904B92C9CA}" type="parTrans" cxnId="{71311BAC-6043-4289-A94B-9CC78BD5AF0D}">
      <dgm:prSet/>
      <dgm:spPr/>
      <dgm:t>
        <a:bodyPr/>
        <a:lstStyle/>
        <a:p>
          <a:endParaRPr lang="en-US"/>
        </a:p>
      </dgm:t>
    </dgm:pt>
    <dgm:pt modelId="{9F641AD7-07ED-4A5D-9BE5-099013267AA7}" type="sibTrans" cxnId="{71311BAC-6043-4289-A94B-9CC78BD5AF0D}">
      <dgm:prSet/>
      <dgm:spPr/>
      <dgm:t>
        <a:bodyPr/>
        <a:lstStyle/>
        <a:p>
          <a:endParaRPr lang="en-US"/>
        </a:p>
      </dgm:t>
    </dgm:pt>
    <dgm:pt modelId="{AB5B0C55-6C07-407B-ADA0-ABDF881A8566}">
      <dgm:prSet/>
      <dgm:spPr/>
      <dgm:t>
        <a:bodyPr/>
        <a:lstStyle/>
        <a:p>
          <a:r>
            <a:rPr lang="en-US" b="0"/>
            <a:t>Traversal satu arah (head → tail)</a:t>
          </a:r>
          <a:endParaRPr lang="en-US"/>
        </a:p>
      </dgm:t>
    </dgm:pt>
    <dgm:pt modelId="{92E3329B-624F-4883-B0E6-EEFB565A17AF}" type="parTrans" cxnId="{38EBBC6C-08BB-42B1-9926-622D7A467373}">
      <dgm:prSet/>
      <dgm:spPr/>
      <dgm:t>
        <a:bodyPr/>
        <a:lstStyle/>
        <a:p>
          <a:endParaRPr lang="en-US"/>
        </a:p>
      </dgm:t>
    </dgm:pt>
    <dgm:pt modelId="{ADFC7E7A-85F4-4998-9887-FC39FC3D21C2}" type="sibTrans" cxnId="{38EBBC6C-08BB-42B1-9926-622D7A467373}">
      <dgm:prSet/>
      <dgm:spPr/>
      <dgm:t>
        <a:bodyPr/>
        <a:lstStyle/>
        <a:p>
          <a:endParaRPr lang="en-US"/>
        </a:p>
      </dgm:t>
    </dgm:pt>
    <dgm:pt modelId="{6F9493F5-57BA-4579-B243-EAA4DE09B2A3}">
      <dgm:prSet/>
      <dgm:spPr/>
      <dgm:t>
        <a:bodyPr/>
        <a:lstStyle/>
        <a:p>
          <a:r>
            <a:rPr lang="en-US" b="0"/>
            <a:t>Insert/delete di awal: O(1)</a:t>
          </a:r>
          <a:endParaRPr lang="en-US"/>
        </a:p>
      </dgm:t>
    </dgm:pt>
    <dgm:pt modelId="{9854D993-7865-4F8C-9F84-56C48CE2C303}" type="parTrans" cxnId="{41447D2C-63B0-4206-A1C6-EB1F8394C8C4}">
      <dgm:prSet/>
      <dgm:spPr/>
      <dgm:t>
        <a:bodyPr/>
        <a:lstStyle/>
        <a:p>
          <a:endParaRPr lang="en-US"/>
        </a:p>
      </dgm:t>
    </dgm:pt>
    <dgm:pt modelId="{330D38D1-2223-4C4D-8C7B-3EE91A771FCD}" type="sibTrans" cxnId="{41447D2C-63B0-4206-A1C6-EB1F8394C8C4}">
      <dgm:prSet/>
      <dgm:spPr/>
      <dgm:t>
        <a:bodyPr/>
        <a:lstStyle/>
        <a:p>
          <a:endParaRPr lang="en-US"/>
        </a:p>
      </dgm:t>
    </dgm:pt>
    <dgm:pt modelId="{B6FF7262-E26B-4D5B-B9BC-EF2C171F3B2D}">
      <dgm:prSet/>
      <dgm:spPr/>
      <dgm:t>
        <a:bodyPr/>
        <a:lstStyle/>
        <a:p>
          <a:r>
            <a:rPr lang="en-US" b="0"/>
            <a:t>Search/traversal: O(n)</a:t>
          </a:r>
          <a:endParaRPr lang="en-US"/>
        </a:p>
      </dgm:t>
    </dgm:pt>
    <dgm:pt modelId="{1BBC5A13-D55E-45AA-A018-A97CA1749F9E}" type="parTrans" cxnId="{D5090D2B-08A1-4DE8-8E6D-A1FD76C01105}">
      <dgm:prSet/>
      <dgm:spPr/>
      <dgm:t>
        <a:bodyPr/>
        <a:lstStyle/>
        <a:p>
          <a:endParaRPr lang="en-US"/>
        </a:p>
      </dgm:t>
    </dgm:pt>
    <dgm:pt modelId="{E718089C-E1A0-42D3-B79A-4D73DF618597}" type="sibTrans" cxnId="{D5090D2B-08A1-4DE8-8E6D-A1FD76C01105}">
      <dgm:prSet/>
      <dgm:spPr/>
      <dgm:t>
        <a:bodyPr/>
        <a:lstStyle/>
        <a:p>
          <a:endParaRPr lang="en-US"/>
        </a:p>
      </dgm:t>
    </dgm:pt>
    <dgm:pt modelId="{F0161C67-DA85-4C50-BB58-C38E2A459F33}">
      <dgm:prSet/>
      <dgm:spPr/>
      <dgm:t>
        <a:bodyPr/>
        <a:lstStyle/>
        <a:p>
          <a:r>
            <a:rPr lang="en-US" b="1"/>
            <a:t>Keterbatasan utama:</a:t>
          </a:r>
          <a:endParaRPr lang="en-US"/>
        </a:p>
      </dgm:t>
    </dgm:pt>
    <dgm:pt modelId="{33C62B49-B93F-4E21-B3CE-FFB1A55D0813}" type="parTrans" cxnId="{5755C2E3-1D7E-442D-84FE-8992E3057FD8}">
      <dgm:prSet/>
      <dgm:spPr/>
      <dgm:t>
        <a:bodyPr/>
        <a:lstStyle/>
        <a:p>
          <a:endParaRPr lang="en-US"/>
        </a:p>
      </dgm:t>
    </dgm:pt>
    <dgm:pt modelId="{DFBC0896-576C-4CF7-9561-B0B53289F9EF}" type="sibTrans" cxnId="{5755C2E3-1D7E-442D-84FE-8992E3057FD8}">
      <dgm:prSet/>
      <dgm:spPr/>
      <dgm:t>
        <a:bodyPr/>
        <a:lstStyle/>
        <a:p>
          <a:endParaRPr lang="en-US"/>
        </a:p>
      </dgm:t>
    </dgm:pt>
    <dgm:pt modelId="{141D619A-6B66-41AA-9594-2692B53B29C0}">
      <dgm:prSet/>
      <dgm:spPr/>
      <dgm:t>
        <a:bodyPr/>
        <a:lstStyle/>
        <a:p>
          <a:r>
            <a:rPr lang="en-US" b="0"/>
            <a:t>Tidak bisa traversal mundur</a:t>
          </a:r>
          <a:endParaRPr lang="en-US"/>
        </a:p>
      </dgm:t>
    </dgm:pt>
    <dgm:pt modelId="{583E217D-04B1-469C-B35E-CDDCCD73B022}" type="parTrans" cxnId="{5FB9526F-3585-447C-ABC8-ED4C2FEE88BD}">
      <dgm:prSet/>
      <dgm:spPr/>
      <dgm:t>
        <a:bodyPr/>
        <a:lstStyle/>
        <a:p>
          <a:endParaRPr lang="en-US"/>
        </a:p>
      </dgm:t>
    </dgm:pt>
    <dgm:pt modelId="{483F1660-5BA8-4B50-990E-FBD1AD06DF93}" type="sibTrans" cxnId="{5FB9526F-3585-447C-ABC8-ED4C2FEE88BD}">
      <dgm:prSet/>
      <dgm:spPr/>
      <dgm:t>
        <a:bodyPr/>
        <a:lstStyle/>
        <a:p>
          <a:endParaRPr lang="en-US"/>
        </a:p>
      </dgm:t>
    </dgm:pt>
    <dgm:pt modelId="{37BFEBE7-F59B-4E62-BC3A-25545D326200}">
      <dgm:prSet/>
      <dgm:spPr/>
      <dgm:t>
        <a:bodyPr/>
        <a:lstStyle/>
        <a:p>
          <a:r>
            <a:rPr lang="en-US" b="0"/>
            <a:t>Akses predecessor memerlukan O(n) traversal ulang</a:t>
          </a:r>
          <a:endParaRPr lang="en-US"/>
        </a:p>
      </dgm:t>
    </dgm:pt>
    <dgm:pt modelId="{619F888B-2F20-4B5D-9690-0398756DF181}" type="parTrans" cxnId="{CA7802BC-FCCE-45FA-BC6F-8A2CDCAB4554}">
      <dgm:prSet/>
      <dgm:spPr/>
      <dgm:t>
        <a:bodyPr/>
        <a:lstStyle/>
        <a:p>
          <a:endParaRPr lang="en-US"/>
        </a:p>
      </dgm:t>
    </dgm:pt>
    <dgm:pt modelId="{BBA12B6A-612E-40A4-8FDD-7CB4DCD2C168}" type="sibTrans" cxnId="{CA7802BC-FCCE-45FA-BC6F-8A2CDCAB4554}">
      <dgm:prSet/>
      <dgm:spPr/>
      <dgm:t>
        <a:bodyPr/>
        <a:lstStyle/>
        <a:p>
          <a:endParaRPr lang="en-US"/>
        </a:p>
      </dgm:t>
    </dgm:pt>
    <dgm:pt modelId="{6FCFF5FE-CFBC-4A0D-955D-BEE8FF899FD2}">
      <dgm:prSet/>
      <dgm:spPr/>
      <dgm:t>
        <a:bodyPr/>
        <a:lstStyle/>
        <a:p>
          <a:r>
            <a:rPr lang="en-US" b="0"/>
            <a:t>Insert sebelum node tertentu memerlukan traversal ulang</a:t>
          </a:r>
          <a:endParaRPr lang="en-US"/>
        </a:p>
      </dgm:t>
    </dgm:pt>
    <dgm:pt modelId="{A8DAADEA-1291-45BE-B4AC-EDE163491069}" type="parTrans" cxnId="{A1ABC741-77FC-4BDF-8DB7-C173F17D0B35}">
      <dgm:prSet/>
      <dgm:spPr/>
      <dgm:t>
        <a:bodyPr/>
        <a:lstStyle/>
        <a:p>
          <a:endParaRPr lang="en-US"/>
        </a:p>
      </dgm:t>
    </dgm:pt>
    <dgm:pt modelId="{BC50DCC3-62FC-4110-804D-2A3A3563D675}" type="sibTrans" cxnId="{A1ABC741-77FC-4BDF-8DB7-C173F17D0B35}">
      <dgm:prSet/>
      <dgm:spPr/>
      <dgm:t>
        <a:bodyPr/>
        <a:lstStyle/>
        <a:p>
          <a:endParaRPr lang="en-US"/>
        </a:p>
      </dgm:t>
    </dgm:pt>
    <dgm:pt modelId="{EED49C31-938B-4B26-A204-2193B2A5F656}" type="pres">
      <dgm:prSet presAssocID="{0DAC92CE-12D8-4553-986F-7CF8FAC97AD0}" presName="linear" presStyleCnt="0">
        <dgm:presLayoutVars>
          <dgm:animLvl val="lvl"/>
          <dgm:resizeHandles val="exact"/>
        </dgm:presLayoutVars>
      </dgm:prSet>
      <dgm:spPr/>
    </dgm:pt>
    <dgm:pt modelId="{E44047C5-33B0-46EC-B284-03D776B14A70}" type="pres">
      <dgm:prSet presAssocID="{E7353836-AE07-42C0-866D-F88A431A26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AA499CE-6A44-4963-AEE2-651B0F640313}" type="pres">
      <dgm:prSet presAssocID="{7DC5CF2D-DC4E-48A7-B6B5-371C01C1208D}" presName="spacer" presStyleCnt="0"/>
      <dgm:spPr/>
    </dgm:pt>
    <dgm:pt modelId="{72FEF464-CEF9-4D58-926A-163CDABADBDE}" type="pres">
      <dgm:prSet presAssocID="{3AD53649-E23F-41D2-B71D-9C11880B72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A3B604-991B-4399-9C43-66BFDFC86725}" type="pres">
      <dgm:prSet presAssocID="{3AD53649-E23F-41D2-B71D-9C11880B724D}" presName="childText" presStyleLbl="revTx" presStyleIdx="0" presStyleCnt="2">
        <dgm:presLayoutVars>
          <dgm:bulletEnabled val="1"/>
        </dgm:presLayoutVars>
      </dgm:prSet>
      <dgm:spPr/>
    </dgm:pt>
    <dgm:pt modelId="{037C2D4F-DC6F-41DB-AF74-DF442E53EB87}" type="pres">
      <dgm:prSet presAssocID="{F0161C67-DA85-4C50-BB58-C38E2A459F3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E6B166D-2625-418B-A95F-21EDCFF2E33A}" type="pres">
      <dgm:prSet presAssocID="{F0161C67-DA85-4C50-BB58-C38E2A459F3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769CF02-0B6A-4401-8BFB-55D3CD37CC05}" type="presOf" srcId="{F0161C67-DA85-4C50-BB58-C38E2A459F33}" destId="{037C2D4F-DC6F-41DB-AF74-DF442E53EB87}" srcOrd="0" destOrd="0" presId="urn:microsoft.com/office/officeart/2005/8/layout/vList2"/>
    <dgm:cxn modelId="{20D5BB17-1244-46BC-B8B7-F86E96D8E6B2}" type="presOf" srcId="{6FCFF5FE-CFBC-4A0D-955D-BEE8FF899FD2}" destId="{7E6B166D-2625-418B-A95F-21EDCFF2E33A}" srcOrd="0" destOrd="2" presId="urn:microsoft.com/office/officeart/2005/8/layout/vList2"/>
    <dgm:cxn modelId="{0F0EED28-915D-4071-B06B-7BF69D3BC703}" type="presOf" srcId="{301751D8-CB9F-436D-B166-1C70A0A4F4D3}" destId="{BFA3B604-991B-4399-9C43-66BFDFC86725}" srcOrd="0" destOrd="0" presId="urn:microsoft.com/office/officeart/2005/8/layout/vList2"/>
    <dgm:cxn modelId="{D5090D2B-08A1-4DE8-8E6D-A1FD76C01105}" srcId="{3AD53649-E23F-41D2-B71D-9C11880B724D}" destId="{B6FF7262-E26B-4D5B-B9BC-EF2C171F3B2D}" srcOrd="3" destOrd="0" parTransId="{1BBC5A13-D55E-45AA-A018-A97CA1749F9E}" sibTransId="{E718089C-E1A0-42D3-B79A-4D73DF618597}"/>
    <dgm:cxn modelId="{41447D2C-63B0-4206-A1C6-EB1F8394C8C4}" srcId="{3AD53649-E23F-41D2-B71D-9C11880B724D}" destId="{6F9493F5-57BA-4579-B243-EAA4DE09B2A3}" srcOrd="2" destOrd="0" parTransId="{9854D993-7865-4F8C-9F84-56C48CE2C303}" sibTransId="{330D38D1-2223-4C4D-8C7B-3EE91A771FCD}"/>
    <dgm:cxn modelId="{E550023C-5C85-4779-826E-21A28D20B554}" type="presOf" srcId="{37BFEBE7-F59B-4E62-BC3A-25545D326200}" destId="{7E6B166D-2625-418B-A95F-21EDCFF2E33A}" srcOrd="0" destOrd="1" presId="urn:microsoft.com/office/officeart/2005/8/layout/vList2"/>
    <dgm:cxn modelId="{A1ABC741-77FC-4BDF-8DB7-C173F17D0B35}" srcId="{F0161C67-DA85-4C50-BB58-C38E2A459F33}" destId="{6FCFF5FE-CFBC-4A0D-955D-BEE8FF899FD2}" srcOrd="2" destOrd="0" parTransId="{A8DAADEA-1291-45BE-B4AC-EDE163491069}" sibTransId="{BC50DCC3-62FC-4110-804D-2A3A3563D675}"/>
    <dgm:cxn modelId="{32333C42-3484-4A61-A3B6-DFECC61E3D9B}" type="presOf" srcId="{6F9493F5-57BA-4579-B243-EAA4DE09B2A3}" destId="{BFA3B604-991B-4399-9C43-66BFDFC86725}" srcOrd="0" destOrd="2" presId="urn:microsoft.com/office/officeart/2005/8/layout/vList2"/>
    <dgm:cxn modelId="{B0753F69-0CEE-495D-82C3-701FD2C2A936}" srcId="{0DAC92CE-12D8-4553-986F-7CF8FAC97AD0}" destId="{E7353836-AE07-42C0-866D-F88A431A266B}" srcOrd="0" destOrd="0" parTransId="{51341206-5F1F-4FF8-8353-A67C5B2083C4}" sibTransId="{7DC5CF2D-DC4E-48A7-B6B5-371C01C1208D}"/>
    <dgm:cxn modelId="{38EBBC6C-08BB-42B1-9926-622D7A467373}" srcId="{3AD53649-E23F-41D2-B71D-9C11880B724D}" destId="{AB5B0C55-6C07-407B-ADA0-ABDF881A8566}" srcOrd="1" destOrd="0" parTransId="{92E3329B-624F-4883-B0E6-EEFB565A17AF}" sibTransId="{ADFC7E7A-85F4-4998-9887-FC39FC3D21C2}"/>
    <dgm:cxn modelId="{5FB9526F-3585-447C-ABC8-ED4C2FEE88BD}" srcId="{F0161C67-DA85-4C50-BB58-C38E2A459F33}" destId="{141D619A-6B66-41AA-9594-2692B53B29C0}" srcOrd="0" destOrd="0" parTransId="{583E217D-04B1-469C-B35E-CDDCCD73B022}" sibTransId="{483F1660-5BA8-4B50-990E-FBD1AD06DF93}"/>
    <dgm:cxn modelId="{99732D70-66C4-4B7F-A098-6740EBE5FB03}" type="presOf" srcId="{3AD53649-E23F-41D2-B71D-9C11880B724D}" destId="{72FEF464-CEF9-4D58-926A-163CDABADBDE}" srcOrd="0" destOrd="0" presId="urn:microsoft.com/office/officeart/2005/8/layout/vList2"/>
    <dgm:cxn modelId="{BE7EA970-0084-488C-A157-ECF081BA4C38}" type="presOf" srcId="{141D619A-6B66-41AA-9594-2692B53B29C0}" destId="{7E6B166D-2625-418B-A95F-21EDCFF2E33A}" srcOrd="0" destOrd="0" presId="urn:microsoft.com/office/officeart/2005/8/layout/vList2"/>
    <dgm:cxn modelId="{4DDE787B-8E25-4F0A-88CF-D24EDD4E13BA}" type="presOf" srcId="{0DAC92CE-12D8-4553-986F-7CF8FAC97AD0}" destId="{EED49C31-938B-4B26-A204-2193B2A5F656}" srcOrd="0" destOrd="0" presId="urn:microsoft.com/office/officeart/2005/8/layout/vList2"/>
    <dgm:cxn modelId="{95F0B983-62C5-4136-8351-30184AF92051}" type="presOf" srcId="{AB5B0C55-6C07-407B-ADA0-ABDF881A8566}" destId="{BFA3B604-991B-4399-9C43-66BFDFC86725}" srcOrd="0" destOrd="1" presId="urn:microsoft.com/office/officeart/2005/8/layout/vList2"/>
    <dgm:cxn modelId="{CEC36C85-9A8C-4C77-88E1-D1290F2D128F}" type="presOf" srcId="{B6FF7262-E26B-4D5B-B9BC-EF2C171F3B2D}" destId="{BFA3B604-991B-4399-9C43-66BFDFC86725}" srcOrd="0" destOrd="3" presId="urn:microsoft.com/office/officeart/2005/8/layout/vList2"/>
    <dgm:cxn modelId="{71311BAC-6043-4289-A94B-9CC78BD5AF0D}" srcId="{3AD53649-E23F-41D2-B71D-9C11880B724D}" destId="{301751D8-CB9F-436D-B166-1C70A0A4F4D3}" srcOrd="0" destOrd="0" parTransId="{B916011D-542A-46EC-951E-56904B92C9CA}" sibTransId="{9F641AD7-07ED-4A5D-9BE5-099013267AA7}"/>
    <dgm:cxn modelId="{CA7802BC-FCCE-45FA-BC6F-8A2CDCAB4554}" srcId="{F0161C67-DA85-4C50-BB58-C38E2A459F33}" destId="{37BFEBE7-F59B-4E62-BC3A-25545D326200}" srcOrd="1" destOrd="0" parTransId="{619F888B-2F20-4B5D-9690-0398756DF181}" sibTransId="{BBA12B6A-612E-40A4-8FDD-7CB4DCD2C168}"/>
    <dgm:cxn modelId="{3E66B5C3-B520-461C-ADD2-D24D983EA018}" srcId="{0DAC92CE-12D8-4553-986F-7CF8FAC97AD0}" destId="{3AD53649-E23F-41D2-B71D-9C11880B724D}" srcOrd="1" destOrd="0" parTransId="{11AFBD1D-2B84-4D8B-A7B7-24D72E8A5602}" sibTransId="{31D00B87-AD1B-4F65-89A5-3F709E841868}"/>
    <dgm:cxn modelId="{5755C2E3-1D7E-442D-84FE-8992E3057FD8}" srcId="{0DAC92CE-12D8-4553-986F-7CF8FAC97AD0}" destId="{F0161C67-DA85-4C50-BB58-C38E2A459F33}" srcOrd="2" destOrd="0" parTransId="{33C62B49-B93F-4E21-B3CE-FFB1A55D0813}" sibTransId="{DFBC0896-576C-4CF7-9561-B0B53289F9EF}"/>
    <dgm:cxn modelId="{AEF0A8FE-5987-4728-810F-50EAED1F3F89}" type="presOf" srcId="{E7353836-AE07-42C0-866D-F88A431A266B}" destId="{E44047C5-33B0-46EC-B284-03D776B14A70}" srcOrd="0" destOrd="0" presId="urn:microsoft.com/office/officeart/2005/8/layout/vList2"/>
    <dgm:cxn modelId="{6AA0DB51-9014-4837-A4DF-1B248EF78B3E}" type="presParOf" srcId="{EED49C31-938B-4B26-A204-2193B2A5F656}" destId="{E44047C5-33B0-46EC-B284-03D776B14A70}" srcOrd="0" destOrd="0" presId="urn:microsoft.com/office/officeart/2005/8/layout/vList2"/>
    <dgm:cxn modelId="{82B944A3-02EC-4D94-A994-E343A218A2A2}" type="presParOf" srcId="{EED49C31-938B-4B26-A204-2193B2A5F656}" destId="{BAA499CE-6A44-4963-AEE2-651B0F640313}" srcOrd="1" destOrd="0" presId="urn:microsoft.com/office/officeart/2005/8/layout/vList2"/>
    <dgm:cxn modelId="{A97FE96D-0814-4ACD-B159-55BC0651586A}" type="presParOf" srcId="{EED49C31-938B-4B26-A204-2193B2A5F656}" destId="{72FEF464-CEF9-4D58-926A-163CDABADBDE}" srcOrd="2" destOrd="0" presId="urn:microsoft.com/office/officeart/2005/8/layout/vList2"/>
    <dgm:cxn modelId="{11D80C9A-A172-498C-9895-19890176A7EF}" type="presParOf" srcId="{EED49C31-938B-4B26-A204-2193B2A5F656}" destId="{BFA3B604-991B-4399-9C43-66BFDFC86725}" srcOrd="3" destOrd="0" presId="urn:microsoft.com/office/officeart/2005/8/layout/vList2"/>
    <dgm:cxn modelId="{C9FEB4C5-8B21-400D-BA3E-A8A04CD85F65}" type="presParOf" srcId="{EED49C31-938B-4B26-A204-2193B2A5F656}" destId="{037C2D4F-DC6F-41DB-AF74-DF442E53EB87}" srcOrd="4" destOrd="0" presId="urn:microsoft.com/office/officeart/2005/8/layout/vList2"/>
    <dgm:cxn modelId="{6C61AD7F-C9D2-411B-88E0-0CC285328EBA}" type="presParOf" srcId="{EED49C31-938B-4B26-A204-2193B2A5F656}" destId="{7E6B166D-2625-418B-A95F-21EDCFF2E33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03B26D-8138-42A2-8394-D11F48B914B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DBBD409-F4BF-46E9-AAE5-80323C95966F}">
      <dgm:prSet/>
      <dgm:spPr/>
      <dgm:t>
        <a:bodyPr/>
        <a:lstStyle/>
        <a:p>
          <a:r>
            <a:rPr lang="en-US" b="1"/>
            <a:t>Butuh traversal dua arah → Doubly Linked List</a:t>
          </a:r>
          <a:endParaRPr lang="en-US"/>
        </a:p>
      </dgm:t>
    </dgm:pt>
    <dgm:pt modelId="{621C0F51-ED4F-4FFC-8777-4BA4E120AA21}" type="parTrans" cxnId="{36AC00EB-E28D-46F4-8E56-E013174B5D4B}">
      <dgm:prSet/>
      <dgm:spPr/>
      <dgm:t>
        <a:bodyPr/>
        <a:lstStyle/>
        <a:p>
          <a:endParaRPr lang="en-US"/>
        </a:p>
      </dgm:t>
    </dgm:pt>
    <dgm:pt modelId="{15D1CF2C-E973-41C6-B4B7-B40135F7CD67}" type="sibTrans" cxnId="{36AC00EB-E28D-46F4-8E56-E013174B5D4B}">
      <dgm:prSet/>
      <dgm:spPr/>
      <dgm:t>
        <a:bodyPr/>
        <a:lstStyle/>
        <a:p>
          <a:endParaRPr lang="en-US"/>
        </a:p>
      </dgm:t>
    </dgm:pt>
    <dgm:pt modelId="{E15229FA-E24E-4E61-8490-A7332BCE450B}">
      <dgm:prSet/>
      <dgm:spPr/>
      <dgm:t>
        <a:bodyPr/>
        <a:lstStyle/>
        <a:p>
          <a:r>
            <a:rPr lang="en-US" b="1"/>
            <a:t>Butuh akses cyclic/round-robin → Circular Linked List</a:t>
          </a:r>
          <a:endParaRPr lang="en-US"/>
        </a:p>
      </dgm:t>
    </dgm:pt>
    <dgm:pt modelId="{5736A82C-06F6-4810-9FFA-8C0E2C461757}" type="parTrans" cxnId="{2A7B3858-E633-4942-937B-8F28418C00D2}">
      <dgm:prSet/>
      <dgm:spPr/>
      <dgm:t>
        <a:bodyPr/>
        <a:lstStyle/>
        <a:p>
          <a:endParaRPr lang="en-US"/>
        </a:p>
      </dgm:t>
    </dgm:pt>
    <dgm:pt modelId="{0814D63A-5D35-4892-A660-0609CE364EDE}" type="sibTrans" cxnId="{2A7B3858-E633-4942-937B-8F28418C00D2}">
      <dgm:prSet/>
      <dgm:spPr/>
      <dgm:t>
        <a:bodyPr/>
        <a:lstStyle/>
        <a:p>
          <a:endParaRPr lang="en-US"/>
        </a:p>
      </dgm:t>
    </dgm:pt>
    <dgm:pt modelId="{D3B622F6-7974-4D73-B8AC-A2FC9B2DE624}">
      <dgm:prSet/>
      <dgm:spPr/>
      <dgm:t>
        <a:bodyPr/>
        <a:lstStyle/>
        <a:p>
          <a:r>
            <a:rPr lang="en-US" b="1"/>
            <a:t>Butuh multiple sorting keys/views → Multi-Linked Lists</a:t>
          </a:r>
          <a:endParaRPr lang="en-US"/>
        </a:p>
      </dgm:t>
    </dgm:pt>
    <dgm:pt modelId="{B72C9786-7780-4D43-AA24-E72C07C2FF38}" type="parTrans" cxnId="{DA3791E5-F858-4C7C-9BA1-FE3F3818C70A}">
      <dgm:prSet/>
      <dgm:spPr/>
      <dgm:t>
        <a:bodyPr/>
        <a:lstStyle/>
        <a:p>
          <a:endParaRPr lang="en-US"/>
        </a:p>
      </dgm:t>
    </dgm:pt>
    <dgm:pt modelId="{E36C4685-3D17-441D-AD05-29617194DEBA}" type="sibTrans" cxnId="{DA3791E5-F858-4C7C-9BA1-FE3F3818C70A}">
      <dgm:prSet/>
      <dgm:spPr/>
      <dgm:t>
        <a:bodyPr/>
        <a:lstStyle/>
        <a:p>
          <a:endParaRPr lang="en-US"/>
        </a:p>
      </dgm:t>
    </dgm:pt>
    <dgm:pt modelId="{E59AE5CC-FF48-461F-93AB-C32C2F85EF3B}">
      <dgm:prSet/>
      <dgm:spPr/>
      <dgm:t>
        <a:bodyPr/>
        <a:lstStyle/>
        <a:p>
          <a:r>
            <a:rPr lang="en-US" b="1"/>
            <a:t>Butuh iterasi struktur nested → Complex Iterators</a:t>
          </a:r>
          <a:endParaRPr lang="en-US"/>
        </a:p>
      </dgm:t>
    </dgm:pt>
    <dgm:pt modelId="{50D4F1CF-CF55-4D59-8E12-A4970C12C719}" type="parTrans" cxnId="{6B6199A4-5199-4E40-B89A-596FB4B397E7}">
      <dgm:prSet/>
      <dgm:spPr/>
      <dgm:t>
        <a:bodyPr/>
        <a:lstStyle/>
        <a:p>
          <a:endParaRPr lang="en-US"/>
        </a:p>
      </dgm:t>
    </dgm:pt>
    <dgm:pt modelId="{A70E23C3-A673-4288-A56D-87C796D70965}" type="sibTrans" cxnId="{6B6199A4-5199-4E40-B89A-596FB4B397E7}">
      <dgm:prSet/>
      <dgm:spPr/>
      <dgm:t>
        <a:bodyPr/>
        <a:lstStyle/>
        <a:p>
          <a:endParaRPr lang="en-US"/>
        </a:p>
      </dgm:t>
    </dgm:pt>
    <dgm:pt modelId="{E8C26F09-165A-42A7-84FB-DA959DEFCEE2}">
      <dgm:prSet/>
      <dgm:spPr/>
      <dgm:t>
        <a:bodyPr/>
        <a:lstStyle/>
        <a:p>
          <a:r>
            <a:rPr lang="en-US" b="1"/>
            <a:t>Manajemen teks dinamis → Edit Buffer ADT</a:t>
          </a:r>
          <a:endParaRPr lang="en-US"/>
        </a:p>
      </dgm:t>
    </dgm:pt>
    <dgm:pt modelId="{D5C4CC31-0C2D-4743-8504-9ACF75E7E154}" type="parTrans" cxnId="{EA5280A9-BA82-4ADC-9482-25F63E93C82A}">
      <dgm:prSet/>
      <dgm:spPr/>
      <dgm:t>
        <a:bodyPr/>
        <a:lstStyle/>
        <a:p>
          <a:endParaRPr lang="en-US"/>
        </a:p>
      </dgm:t>
    </dgm:pt>
    <dgm:pt modelId="{AF3C5DED-8FF5-4BAD-9550-78FD0CA589A3}" type="sibTrans" cxnId="{EA5280A9-BA82-4ADC-9482-25F63E93C82A}">
      <dgm:prSet/>
      <dgm:spPr/>
      <dgm:t>
        <a:bodyPr/>
        <a:lstStyle/>
        <a:p>
          <a:endParaRPr lang="en-US"/>
        </a:p>
      </dgm:t>
    </dgm:pt>
    <dgm:pt modelId="{6F9BD5AA-8726-4321-807D-96A287A9424E}">
      <dgm:prSet/>
      <dgm:spPr/>
      <dgm:t>
        <a:bodyPr/>
        <a:lstStyle/>
        <a:p>
          <a:r>
            <a:rPr lang="en-US" b="1"/>
            <a:t>💡 Pemilihan struktur data harus sesuai pola akses aplikasi.</a:t>
          </a:r>
          <a:endParaRPr lang="en-US"/>
        </a:p>
      </dgm:t>
    </dgm:pt>
    <dgm:pt modelId="{A3DEABFE-49E2-49CB-8594-AD9C789837F7}" type="parTrans" cxnId="{77499C38-ABF4-4407-BF2A-AFF3F6B12C23}">
      <dgm:prSet/>
      <dgm:spPr/>
      <dgm:t>
        <a:bodyPr/>
        <a:lstStyle/>
        <a:p>
          <a:endParaRPr lang="en-US"/>
        </a:p>
      </dgm:t>
    </dgm:pt>
    <dgm:pt modelId="{D3F4D8E0-9734-45E7-B999-7674C4BDE6A3}" type="sibTrans" cxnId="{77499C38-ABF4-4407-BF2A-AFF3F6B12C23}">
      <dgm:prSet/>
      <dgm:spPr/>
      <dgm:t>
        <a:bodyPr/>
        <a:lstStyle/>
        <a:p>
          <a:endParaRPr lang="en-US"/>
        </a:p>
      </dgm:t>
    </dgm:pt>
    <dgm:pt modelId="{35A9395D-07EB-4F41-9B48-A3E39A14511A}" type="pres">
      <dgm:prSet presAssocID="{FC03B26D-8138-42A2-8394-D11F48B914B5}" presName="vert0" presStyleCnt="0">
        <dgm:presLayoutVars>
          <dgm:dir/>
          <dgm:animOne val="branch"/>
          <dgm:animLvl val="lvl"/>
        </dgm:presLayoutVars>
      </dgm:prSet>
      <dgm:spPr/>
    </dgm:pt>
    <dgm:pt modelId="{D4013BF6-98CE-4F81-B70C-A9F82C6633C8}" type="pres">
      <dgm:prSet presAssocID="{DDBBD409-F4BF-46E9-AAE5-80323C95966F}" presName="thickLine" presStyleLbl="alignNode1" presStyleIdx="0" presStyleCnt="6"/>
      <dgm:spPr/>
    </dgm:pt>
    <dgm:pt modelId="{92208D20-3EA9-4CF4-BFDC-25F6953A28CF}" type="pres">
      <dgm:prSet presAssocID="{DDBBD409-F4BF-46E9-AAE5-80323C95966F}" presName="horz1" presStyleCnt="0"/>
      <dgm:spPr/>
    </dgm:pt>
    <dgm:pt modelId="{283FB520-8C1B-4E8A-AC65-C3DB709C1B3B}" type="pres">
      <dgm:prSet presAssocID="{DDBBD409-F4BF-46E9-AAE5-80323C95966F}" presName="tx1" presStyleLbl="revTx" presStyleIdx="0" presStyleCnt="6"/>
      <dgm:spPr/>
    </dgm:pt>
    <dgm:pt modelId="{C4304A55-42BD-4941-82A6-88B3F0EAAB63}" type="pres">
      <dgm:prSet presAssocID="{DDBBD409-F4BF-46E9-AAE5-80323C95966F}" presName="vert1" presStyleCnt="0"/>
      <dgm:spPr/>
    </dgm:pt>
    <dgm:pt modelId="{7951B41B-0D25-4866-AD96-EB6D45B52213}" type="pres">
      <dgm:prSet presAssocID="{E15229FA-E24E-4E61-8490-A7332BCE450B}" presName="thickLine" presStyleLbl="alignNode1" presStyleIdx="1" presStyleCnt="6"/>
      <dgm:spPr/>
    </dgm:pt>
    <dgm:pt modelId="{BE2F7CD1-29CC-494F-AC8D-AFD6A7C8BB5B}" type="pres">
      <dgm:prSet presAssocID="{E15229FA-E24E-4E61-8490-A7332BCE450B}" presName="horz1" presStyleCnt="0"/>
      <dgm:spPr/>
    </dgm:pt>
    <dgm:pt modelId="{69719FD5-ECD5-4EA4-84D5-FCB5F5261D7A}" type="pres">
      <dgm:prSet presAssocID="{E15229FA-E24E-4E61-8490-A7332BCE450B}" presName="tx1" presStyleLbl="revTx" presStyleIdx="1" presStyleCnt="6"/>
      <dgm:spPr/>
    </dgm:pt>
    <dgm:pt modelId="{3175CCE7-AFBD-4B44-B148-9030F028AB4A}" type="pres">
      <dgm:prSet presAssocID="{E15229FA-E24E-4E61-8490-A7332BCE450B}" presName="vert1" presStyleCnt="0"/>
      <dgm:spPr/>
    </dgm:pt>
    <dgm:pt modelId="{ABACB20B-D7A2-4158-B620-7D7042B01EBD}" type="pres">
      <dgm:prSet presAssocID="{D3B622F6-7974-4D73-B8AC-A2FC9B2DE624}" presName="thickLine" presStyleLbl="alignNode1" presStyleIdx="2" presStyleCnt="6"/>
      <dgm:spPr/>
    </dgm:pt>
    <dgm:pt modelId="{3B814F2D-D6FB-4F1D-9C80-406375D0C408}" type="pres">
      <dgm:prSet presAssocID="{D3B622F6-7974-4D73-B8AC-A2FC9B2DE624}" presName="horz1" presStyleCnt="0"/>
      <dgm:spPr/>
    </dgm:pt>
    <dgm:pt modelId="{E6A76D14-03E6-41D8-A51E-A664F1282F05}" type="pres">
      <dgm:prSet presAssocID="{D3B622F6-7974-4D73-B8AC-A2FC9B2DE624}" presName="tx1" presStyleLbl="revTx" presStyleIdx="2" presStyleCnt="6"/>
      <dgm:spPr/>
    </dgm:pt>
    <dgm:pt modelId="{FE39F45A-AB71-46A0-9E6E-7B0B8D49367C}" type="pres">
      <dgm:prSet presAssocID="{D3B622F6-7974-4D73-B8AC-A2FC9B2DE624}" presName="vert1" presStyleCnt="0"/>
      <dgm:spPr/>
    </dgm:pt>
    <dgm:pt modelId="{8712DCCD-520C-42E6-B244-41FC89531AC6}" type="pres">
      <dgm:prSet presAssocID="{E59AE5CC-FF48-461F-93AB-C32C2F85EF3B}" presName="thickLine" presStyleLbl="alignNode1" presStyleIdx="3" presStyleCnt="6"/>
      <dgm:spPr/>
    </dgm:pt>
    <dgm:pt modelId="{3511D480-E669-45D8-B53E-6656334F3641}" type="pres">
      <dgm:prSet presAssocID="{E59AE5CC-FF48-461F-93AB-C32C2F85EF3B}" presName="horz1" presStyleCnt="0"/>
      <dgm:spPr/>
    </dgm:pt>
    <dgm:pt modelId="{0C8CBB36-44AA-444B-8088-6A0CEE5FB508}" type="pres">
      <dgm:prSet presAssocID="{E59AE5CC-FF48-461F-93AB-C32C2F85EF3B}" presName="tx1" presStyleLbl="revTx" presStyleIdx="3" presStyleCnt="6"/>
      <dgm:spPr/>
    </dgm:pt>
    <dgm:pt modelId="{C881BA2A-A000-4151-A7B8-95A001D9E536}" type="pres">
      <dgm:prSet presAssocID="{E59AE5CC-FF48-461F-93AB-C32C2F85EF3B}" presName="vert1" presStyleCnt="0"/>
      <dgm:spPr/>
    </dgm:pt>
    <dgm:pt modelId="{48E8FEC1-6FC9-457F-BAA0-A645A68E4B1B}" type="pres">
      <dgm:prSet presAssocID="{E8C26F09-165A-42A7-84FB-DA959DEFCEE2}" presName="thickLine" presStyleLbl="alignNode1" presStyleIdx="4" presStyleCnt="6"/>
      <dgm:spPr/>
    </dgm:pt>
    <dgm:pt modelId="{BC3318A9-354D-4C01-8192-169FDFA5F5DA}" type="pres">
      <dgm:prSet presAssocID="{E8C26F09-165A-42A7-84FB-DA959DEFCEE2}" presName="horz1" presStyleCnt="0"/>
      <dgm:spPr/>
    </dgm:pt>
    <dgm:pt modelId="{F2DA1D56-52D3-4FFF-B872-50333ACB155E}" type="pres">
      <dgm:prSet presAssocID="{E8C26F09-165A-42A7-84FB-DA959DEFCEE2}" presName="tx1" presStyleLbl="revTx" presStyleIdx="4" presStyleCnt="6"/>
      <dgm:spPr/>
    </dgm:pt>
    <dgm:pt modelId="{3236839E-CD8C-422D-AFC5-54E2E4A8CD8E}" type="pres">
      <dgm:prSet presAssocID="{E8C26F09-165A-42A7-84FB-DA959DEFCEE2}" presName="vert1" presStyleCnt="0"/>
      <dgm:spPr/>
    </dgm:pt>
    <dgm:pt modelId="{96482434-25F4-48A5-849E-22DCA6B7F8C8}" type="pres">
      <dgm:prSet presAssocID="{6F9BD5AA-8726-4321-807D-96A287A9424E}" presName="thickLine" presStyleLbl="alignNode1" presStyleIdx="5" presStyleCnt="6"/>
      <dgm:spPr/>
    </dgm:pt>
    <dgm:pt modelId="{798A30BD-01A3-4888-8992-1CCBE5858B77}" type="pres">
      <dgm:prSet presAssocID="{6F9BD5AA-8726-4321-807D-96A287A9424E}" presName="horz1" presStyleCnt="0"/>
      <dgm:spPr/>
    </dgm:pt>
    <dgm:pt modelId="{F0145DA4-BDE7-44A3-BC68-4C81AD1307CA}" type="pres">
      <dgm:prSet presAssocID="{6F9BD5AA-8726-4321-807D-96A287A9424E}" presName="tx1" presStyleLbl="revTx" presStyleIdx="5" presStyleCnt="6"/>
      <dgm:spPr/>
    </dgm:pt>
    <dgm:pt modelId="{6081C6A2-F326-4ACC-BD64-E3BA971740A6}" type="pres">
      <dgm:prSet presAssocID="{6F9BD5AA-8726-4321-807D-96A287A9424E}" presName="vert1" presStyleCnt="0"/>
      <dgm:spPr/>
    </dgm:pt>
  </dgm:ptLst>
  <dgm:cxnLst>
    <dgm:cxn modelId="{310C3D28-1A33-4AE7-8BF2-F6C5F22A5D9E}" type="presOf" srcId="{E8C26F09-165A-42A7-84FB-DA959DEFCEE2}" destId="{F2DA1D56-52D3-4FFF-B872-50333ACB155E}" srcOrd="0" destOrd="0" presId="urn:microsoft.com/office/officeart/2008/layout/LinedList"/>
    <dgm:cxn modelId="{77499C38-ABF4-4407-BF2A-AFF3F6B12C23}" srcId="{FC03B26D-8138-42A2-8394-D11F48B914B5}" destId="{6F9BD5AA-8726-4321-807D-96A287A9424E}" srcOrd="5" destOrd="0" parTransId="{A3DEABFE-49E2-49CB-8594-AD9C789837F7}" sibTransId="{D3F4D8E0-9734-45E7-B999-7674C4BDE6A3}"/>
    <dgm:cxn modelId="{F7FE0A5C-3846-4D76-94AD-43CA86D022AE}" type="presOf" srcId="{FC03B26D-8138-42A2-8394-D11F48B914B5}" destId="{35A9395D-07EB-4F41-9B48-A3E39A14511A}" srcOrd="0" destOrd="0" presId="urn:microsoft.com/office/officeart/2008/layout/LinedList"/>
    <dgm:cxn modelId="{F71B814D-25ED-4C90-AD5D-632D3775B92E}" type="presOf" srcId="{6F9BD5AA-8726-4321-807D-96A287A9424E}" destId="{F0145DA4-BDE7-44A3-BC68-4C81AD1307CA}" srcOrd="0" destOrd="0" presId="urn:microsoft.com/office/officeart/2008/layout/LinedList"/>
    <dgm:cxn modelId="{2A7B3858-E633-4942-937B-8F28418C00D2}" srcId="{FC03B26D-8138-42A2-8394-D11F48B914B5}" destId="{E15229FA-E24E-4E61-8490-A7332BCE450B}" srcOrd="1" destOrd="0" parTransId="{5736A82C-06F6-4810-9FFA-8C0E2C461757}" sibTransId="{0814D63A-5D35-4892-A660-0609CE364EDE}"/>
    <dgm:cxn modelId="{15EDCD87-6754-4990-973F-54139F106CC3}" type="presOf" srcId="{E59AE5CC-FF48-461F-93AB-C32C2F85EF3B}" destId="{0C8CBB36-44AA-444B-8088-6A0CEE5FB508}" srcOrd="0" destOrd="0" presId="urn:microsoft.com/office/officeart/2008/layout/LinedList"/>
    <dgm:cxn modelId="{6B6199A4-5199-4E40-B89A-596FB4B397E7}" srcId="{FC03B26D-8138-42A2-8394-D11F48B914B5}" destId="{E59AE5CC-FF48-461F-93AB-C32C2F85EF3B}" srcOrd="3" destOrd="0" parTransId="{50D4F1CF-CF55-4D59-8E12-A4970C12C719}" sibTransId="{A70E23C3-A673-4288-A56D-87C796D70965}"/>
    <dgm:cxn modelId="{EA5280A9-BA82-4ADC-9482-25F63E93C82A}" srcId="{FC03B26D-8138-42A2-8394-D11F48B914B5}" destId="{E8C26F09-165A-42A7-84FB-DA959DEFCEE2}" srcOrd="4" destOrd="0" parTransId="{D5C4CC31-0C2D-4743-8504-9ACF75E7E154}" sibTransId="{AF3C5DED-8FF5-4BAD-9550-78FD0CA589A3}"/>
    <dgm:cxn modelId="{B2A220D0-23C9-43BB-BA4C-3DA60B773121}" type="presOf" srcId="{DDBBD409-F4BF-46E9-AAE5-80323C95966F}" destId="{283FB520-8C1B-4E8A-AC65-C3DB709C1B3B}" srcOrd="0" destOrd="0" presId="urn:microsoft.com/office/officeart/2008/layout/LinedList"/>
    <dgm:cxn modelId="{DE30B9DA-514E-423C-B9C0-99E25E9AFAA2}" type="presOf" srcId="{E15229FA-E24E-4E61-8490-A7332BCE450B}" destId="{69719FD5-ECD5-4EA4-84D5-FCB5F5261D7A}" srcOrd="0" destOrd="0" presId="urn:microsoft.com/office/officeart/2008/layout/LinedList"/>
    <dgm:cxn modelId="{DA3791E5-F858-4C7C-9BA1-FE3F3818C70A}" srcId="{FC03B26D-8138-42A2-8394-D11F48B914B5}" destId="{D3B622F6-7974-4D73-B8AC-A2FC9B2DE624}" srcOrd="2" destOrd="0" parTransId="{B72C9786-7780-4D43-AA24-E72C07C2FF38}" sibTransId="{E36C4685-3D17-441D-AD05-29617194DEBA}"/>
    <dgm:cxn modelId="{36AC00EB-E28D-46F4-8E56-E013174B5D4B}" srcId="{FC03B26D-8138-42A2-8394-D11F48B914B5}" destId="{DDBBD409-F4BF-46E9-AAE5-80323C95966F}" srcOrd="0" destOrd="0" parTransId="{621C0F51-ED4F-4FFC-8777-4BA4E120AA21}" sibTransId="{15D1CF2C-E973-41C6-B4B7-B40135F7CD67}"/>
    <dgm:cxn modelId="{E5F58EFD-0337-48D4-97A8-A5E426A0001B}" type="presOf" srcId="{D3B622F6-7974-4D73-B8AC-A2FC9B2DE624}" destId="{E6A76D14-03E6-41D8-A51E-A664F1282F05}" srcOrd="0" destOrd="0" presId="urn:microsoft.com/office/officeart/2008/layout/LinedList"/>
    <dgm:cxn modelId="{AF70E8EC-7C45-47E1-A547-CF4D7A86FD4E}" type="presParOf" srcId="{35A9395D-07EB-4F41-9B48-A3E39A14511A}" destId="{D4013BF6-98CE-4F81-B70C-A9F82C6633C8}" srcOrd="0" destOrd="0" presId="urn:microsoft.com/office/officeart/2008/layout/LinedList"/>
    <dgm:cxn modelId="{FD77808D-FA31-4A23-AECB-F4CD4A78E8AD}" type="presParOf" srcId="{35A9395D-07EB-4F41-9B48-A3E39A14511A}" destId="{92208D20-3EA9-4CF4-BFDC-25F6953A28CF}" srcOrd="1" destOrd="0" presId="urn:microsoft.com/office/officeart/2008/layout/LinedList"/>
    <dgm:cxn modelId="{2783F030-135C-43AF-9AC8-ACCDAFB0F08E}" type="presParOf" srcId="{92208D20-3EA9-4CF4-BFDC-25F6953A28CF}" destId="{283FB520-8C1B-4E8A-AC65-C3DB709C1B3B}" srcOrd="0" destOrd="0" presId="urn:microsoft.com/office/officeart/2008/layout/LinedList"/>
    <dgm:cxn modelId="{EFB91F36-759F-45C6-9A84-F59E58E70930}" type="presParOf" srcId="{92208D20-3EA9-4CF4-BFDC-25F6953A28CF}" destId="{C4304A55-42BD-4941-82A6-88B3F0EAAB63}" srcOrd="1" destOrd="0" presId="urn:microsoft.com/office/officeart/2008/layout/LinedList"/>
    <dgm:cxn modelId="{6FD08010-463D-46C2-A573-8D87F2D5003F}" type="presParOf" srcId="{35A9395D-07EB-4F41-9B48-A3E39A14511A}" destId="{7951B41B-0D25-4866-AD96-EB6D45B52213}" srcOrd="2" destOrd="0" presId="urn:microsoft.com/office/officeart/2008/layout/LinedList"/>
    <dgm:cxn modelId="{D7D9347D-40E8-4271-9C7D-D770232C2C27}" type="presParOf" srcId="{35A9395D-07EB-4F41-9B48-A3E39A14511A}" destId="{BE2F7CD1-29CC-494F-AC8D-AFD6A7C8BB5B}" srcOrd="3" destOrd="0" presId="urn:microsoft.com/office/officeart/2008/layout/LinedList"/>
    <dgm:cxn modelId="{4120A5C8-3D02-4177-8D8C-13F686F08CCF}" type="presParOf" srcId="{BE2F7CD1-29CC-494F-AC8D-AFD6A7C8BB5B}" destId="{69719FD5-ECD5-4EA4-84D5-FCB5F5261D7A}" srcOrd="0" destOrd="0" presId="urn:microsoft.com/office/officeart/2008/layout/LinedList"/>
    <dgm:cxn modelId="{F8232D90-77DF-4C8C-B96B-5921BF810FF8}" type="presParOf" srcId="{BE2F7CD1-29CC-494F-AC8D-AFD6A7C8BB5B}" destId="{3175CCE7-AFBD-4B44-B148-9030F028AB4A}" srcOrd="1" destOrd="0" presId="urn:microsoft.com/office/officeart/2008/layout/LinedList"/>
    <dgm:cxn modelId="{04E61EFC-F125-4D2A-9453-74D251F2A96D}" type="presParOf" srcId="{35A9395D-07EB-4F41-9B48-A3E39A14511A}" destId="{ABACB20B-D7A2-4158-B620-7D7042B01EBD}" srcOrd="4" destOrd="0" presId="urn:microsoft.com/office/officeart/2008/layout/LinedList"/>
    <dgm:cxn modelId="{2C0B3516-E34B-4278-9E58-5110131E29AC}" type="presParOf" srcId="{35A9395D-07EB-4F41-9B48-A3E39A14511A}" destId="{3B814F2D-D6FB-4F1D-9C80-406375D0C408}" srcOrd="5" destOrd="0" presId="urn:microsoft.com/office/officeart/2008/layout/LinedList"/>
    <dgm:cxn modelId="{BB015163-D1BC-401B-8CED-20C9F7C541FF}" type="presParOf" srcId="{3B814F2D-D6FB-4F1D-9C80-406375D0C408}" destId="{E6A76D14-03E6-41D8-A51E-A664F1282F05}" srcOrd="0" destOrd="0" presId="urn:microsoft.com/office/officeart/2008/layout/LinedList"/>
    <dgm:cxn modelId="{44B305AD-9AD1-4E4F-982C-19EA30EDE858}" type="presParOf" srcId="{3B814F2D-D6FB-4F1D-9C80-406375D0C408}" destId="{FE39F45A-AB71-46A0-9E6E-7B0B8D49367C}" srcOrd="1" destOrd="0" presId="urn:microsoft.com/office/officeart/2008/layout/LinedList"/>
    <dgm:cxn modelId="{8B6B0A1D-8B51-4A66-8493-C343CEA1AAE2}" type="presParOf" srcId="{35A9395D-07EB-4F41-9B48-A3E39A14511A}" destId="{8712DCCD-520C-42E6-B244-41FC89531AC6}" srcOrd="6" destOrd="0" presId="urn:microsoft.com/office/officeart/2008/layout/LinedList"/>
    <dgm:cxn modelId="{5E97C9BD-3DC2-44F5-B7BF-7D8EE9038A45}" type="presParOf" srcId="{35A9395D-07EB-4F41-9B48-A3E39A14511A}" destId="{3511D480-E669-45D8-B53E-6656334F3641}" srcOrd="7" destOrd="0" presId="urn:microsoft.com/office/officeart/2008/layout/LinedList"/>
    <dgm:cxn modelId="{60BA50F9-AFF1-44FF-A3F7-5BEA8AD8DA0D}" type="presParOf" srcId="{3511D480-E669-45D8-B53E-6656334F3641}" destId="{0C8CBB36-44AA-444B-8088-6A0CEE5FB508}" srcOrd="0" destOrd="0" presId="urn:microsoft.com/office/officeart/2008/layout/LinedList"/>
    <dgm:cxn modelId="{9C07FA8A-ABF1-4129-ADC0-FA3C9199A020}" type="presParOf" srcId="{3511D480-E669-45D8-B53E-6656334F3641}" destId="{C881BA2A-A000-4151-A7B8-95A001D9E536}" srcOrd="1" destOrd="0" presId="urn:microsoft.com/office/officeart/2008/layout/LinedList"/>
    <dgm:cxn modelId="{5B36A75E-0DCE-4640-A5E3-14ECC2C26E51}" type="presParOf" srcId="{35A9395D-07EB-4F41-9B48-A3E39A14511A}" destId="{48E8FEC1-6FC9-457F-BAA0-A645A68E4B1B}" srcOrd="8" destOrd="0" presId="urn:microsoft.com/office/officeart/2008/layout/LinedList"/>
    <dgm:cxn modelId="{D613ADE8-02A0-40E0-9456-864502E426AB}" type="presParOf" srcId="{35A9395D-07EB-4F41-9B48-A3E39A14511A}" destId="{BC3318A9-354D-4C01-8192-169FDFA5F5DA}" srcOrd="9" destOrd="0" presId="urn:microsoft.com/office/officeart/2008/layout/LinedList"/>
    <dgm:cxn modelId="{B1B38BEE-9E86-4CD8-B9A2-5F10C784C8C8}" type="presParOf" srcId="{BC3318A9-354D-4C01-8192-169FDFA5F5DA}" destId="{F2DA1D56-52D3-4FFF-B872-50333ACB155E}" srcOrd="0" destOrd="0" presId="urn:microsoft.com/office/officeart/2008/layout/LinedList"/>
    <dgm:cxn modelId="{3C37F29D-7DB0-4C86-A871-14575B08F4E6}" type="presParOf" srcId="{BC3318A9-354D-4C01-8192-169FDFA5F5DA}" destId="{3236839E-CD8C-422D-AFC5-54E2E4A8CD8E}" srcOrd="1" destOrd="0" presId="urn:microsoft.com/office/officeart/2008/layout/LinedList"/>
    <dgm:cxn modelId="{D3A5BDEA-D24B-4852-9951-54673E25DBA7}" type="presParOf" srcId="{35A9395D-07EB-4F41-9B48-A3E39A14511A}" destId="{96482434-25F4-48A5-849E-22DCA6B7F8C8}" srcOrd="10" destOrd="0" presId="urn:microsoft.com/office/officeart/2008/layout/LinedList"/>
    <dgm:cxn modelId="{2F04E76A-57D0-4590-94EA-B56101381955}" type="presParOf" srcId="{35A9395D-07EB-4F41-9B48-A3E39A14511A}" destId="{798A30BD-01A3-4888-8992-1CCBE5858B77}" srcOrd="11" destOrd="0" presId="urn:microsoft.com/office/officeart/2008/layout/LinedList"/>
    <dgm:cxn modelId="{B21F0D43-F653-41AC-B0DD-59ADBED49196}" type="presParOf" srcId="{798A30BD-01A3-4888-8992-1CCBE5858B77}" destId="{F0145DA4-BDE7-44A3-BC68-4C81AD1307CA}" srcOrd="0" destOrd="0" presId="urn:microsoft.com/office/officeart/2008/layout/LinedList"/>
    <dgm:cxn modelId="{6394FF99-7911-472B-821D-1BFDE7C3DACC}" type="presParOf" srcId="{798A30BD-01A3-4888-8992-1CCBE5858B77}" destId="{6081C6A2-F326-4ACC-BD64-E3BA971740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1FCD13-E861-4EF2-BA59-C1B76E8FDD6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2CD765-62FB-43E9-8DE0-48B60712FA26}">
      <dgm:prSet/>
      <dgm:spPr/>
      <dgm:t>
        <a:bodyPr/>
        <a:lstStyle/>
        <a:p>
          <a:r>
            <a:rPr lang="en-US" b="1"/>
            <a:t>Setiap node memiliki DUA link:</a:t>
          </a:r>
          <a:endParaRPr lang="en-US"/>
        </a:p>
      </dgm:t>
    </dgm:pt>
    <dgm:pt modelId="{8872F4A2-CAA7-48F4-8F52-5A523365E7F7}" type="parTrans" cxnId="{81137C34-666D-4B66-BC00-8CD923779754}">
      <dgm:prSet/>
      <dgm:spPr/>
      <dgm:t>
        <a:bodyPr/>
        <a:lstStyle/>
        <a:p>
          <a:endParaRPr lang="en-US"/>
        </a:p>
      </dgm:t>
    </dgm:pt>
    <dgm:pt modelId="{8052A897-C0EC-4386-BBD7-444F1403C40C}" type="sibTrans" cxnId="{81137C34-666D-4B66-BC00-8CD923779754}">
      <dgm:prSet/>
      <dgm:spPr/>
      <dgm:t>
        <a:bodyPr/>
        <a:lstStyle/>
        <a:p>
          <a:endParaRPr lang="en-US"/>
        </a:p>
      </dgm:t>
    </dgm:pt>
    <dgm:pt modelId="{140BB3DF-D165-4636-A412-25917D9510DF}">
      <dgm:prSet/>
      <dgm:spPr/>
      <dgm:t>
        <a:bodyPr/>
        <a:lstStyle/>
        <a:p>
          <a:r>
            <a:rPr lang="en-US" b="0"/>
            <a:t>next: menuju node berikutnya</a:t>
          </a:r>
          <a:endParaRPr lang="en-US"/>
        </a:p>
      </dgm:t>
    </dgm:pt>
    <dgm:pt modelId="{FE878FE5-797B-40D1-A2AF-FAC002DB106E}" type="parTrans" cxnId="{77F73FE4-C1E7-4D99-9F50-A7415697CD72}">
      <dgm:prSet/>
      <dgm:spPr/>
      <dgm:t>
        <a:bodyPr/>
        <a:lstStyle/>
        <a:p>
          <a:endParaRPr lang="en-US"/>
        </a:p>
      </dgm:t>
    </dgm:pt>
    <dgm:pt modelId="{B060C72F-99AD-4BB4-A65A-57649573FD5B}" type="sibTrans" cxnId="{77F73FE4-C1E7-4D99-9F50-A7415697CD72}">
      <dgm:prSet/>
      <dgm:spPr/>
      <dgm:t>
        <a:bodyPr/>
        <a:lstStyle/>
        <a:p>
          <a:endParaRPr lang="en-US"/>
        </a:p>
      </dgm:t>
    </dgm:pt>
    <dgm:pt modelId="{C48A58FF-3329-4060-B1E9-1BD85E984D2F}">
      <dgm:prSet/>
      <dgm:spPr/>
      <dgm:t>
        <a:bodyPr/>
        <a:lstStyle/>
        <a:p>
          <a:r>
            <a:rPr lang="en-US" b="0"/>
            <a:t>prev: menuju node sebelumnya</a:t>
          </a:r>
          <a:endParaRPr lang="en-US"/>
        </a:p>
      </dgm:t>
    </dgm:pt>
    <dgm:pt modelId="{AA7B4ED2-6737-4981-9D07-0873E8A8E783}" type="parTrans" cxnId="{DAA29D07-0E46-4D33-A2A0-B44A8D661EEC}">
      <dgm:prSet/>
      <dgm:spPr/>
      <dgm:t>
        <a:bodyPr/>
        <a:lstStyle/>
        <a:p>
          <a:endParaRPr lang="en-US"/>
        </a:p>
      </dgm:t>
    </dgm:pt>
    <dgm:pt modelId="{0C73822E-5663-4419-A600-1E8C1E3B1EC0}" type="sibTrans" cxnId="{DAA29D07-0E46-4D33-A2A0-B44A8D661EEC}">
      <dgm:prSet/>
      <dgm:spPr/>
      <dgm:t>
        <a:bodyPr/>
        <a:lstStyle/>
        <a:p>
          <a:endParaRPr lang="en-US"/>
        </a:p>
      </dgm:t>
    </dgm:pt>
    <dgm:pt modelId="{A7E17F32-80E9-4E4C-B949-F51A725A97A3}">
      <dgm:prSet/>
      <dgm:spPr/>
      <dgm:t>
        <a:bodyPr/>
        <a:lstStyle/>
        <a:p>
          <a:r>
            <a:rPr lang="en-US" b="1"/>
            <a:t>Visualisasi:</a:t>
          </a:r>
          <a:endParaRPr lang="en-US"/>
        </a:p>
      </dgm:t>
    </dgm:pt>
    <dgm:pt modelId="{E90330E1-CC53-4285-8468-73D69F89E514}" type="parTrans" cxnId="{79971253-13BC-4712-ADFD-C216BDDA9FBC}">
      <dgm:prSet/>
      <dgm:spPr/>
      <dgm:t>
        <a:bodyPr/>
        <a:lstStyle/>
        <a:p>
          <a:endParaRPr lang="en-US"/>
        </a:p>
      </dgm:t>
    </dgm:pt>
    <dgm:pt modelId="{F8C5FCF7-E934-412B-9D2A-F0C32C350DBB}" type="sibTrans" cxnId="{79971253-13BC-4712-ADFD-C216BDDA9FBC}">
      <dgm:prSet/>
      <dgm:spPr/>
      <dgm:t>
        <a:bodyPr/>
        <a:lstStyle/>
        <a:p>
          <a:endParaRPr lang="en-US"/>
        </a:p>
      </dgm:t>
    </dgm:pt>
    <dgm:pt modelId="{B4D6A10E-232F-4E4E-8EA6-914F711115DA}">
      <dgm:prSet/>
      <dgm:spPr/>
      <dgm:t>
        <a:bodyPr/>
        <a:lstStyle/>
        <a:p>
          <a:r>
            <a:rPr lang="en-US" b="1"/>
            <a:t>NULL ← [prev|D|next] ↔ [prev|D|next] ↔ NULL</a:t>
          </a:r>
          <a:endParaRPr lang="en-US"/>
        </a:p>
      </dgm:t>
    </dgm:pt>
    <dgm:pt modelId="{541917A2-4FE0-44CE-A019-DBDB3A621472}" type="parTrans" cxnId="{4243E04A-B1D5-4439-A83C-2560D0A8B6FC}">
      <dgm:prSet/>
      <dgm:spPr/>
      <dgm:t>
        <a:bodyPr/>
        <a:lstStyle/>
        <a:p>
          <a:endParaRPr lang="en-US"/>
        </a:p>
      </dgm:t>
    </dgm:pt>
    <dgm:pt modelId="{337518BF-577D-4B6A-8BAA-A95F18452345}" type="sibTrans" cxnId="{4243E04A-B1D5-4439-A83C-2560D0A8B6FC}">
      <dgm:prSet/>
      <dgm:spPr/>
      <dgm:t>
        <a:bodyPr/>
        <a:lstStyle/>
        <a:p>
          <a:endParaRPr lang="en-US"/>
        </a:p>
      </dgm:t>
    </dgm:pt>
    <dgm:pt modelId="{9497986C-8935-4D4C-82A4-70A1978960A7}">
      <dgm:prSet/>
      <dgm:spPr/>
      <dgm:t>
        <a:bodyPr/>
        <a:lstStyle/>
        <a:p>
          <a:r>
            <a:rPr lang="en-US" b="1"/>
            <a:t>Keunggulan:</a:t>
          </a:r>
          <a:endParaRPr lang="en-US"/>
        </a:p>
      </dgm:t>
    </dgm:pt>
    <dgm:pt modelId="{3756A60B-73CE-4E9C-80C2-BF8486C4A283}" type="parTrans" cxnId="{22001725-F35A-4B3E-AD68-C90313DB13AB}">
      <dgm:prSet/>
      <dgm:spPr/>
      <dgm:t>
        <a:bodyPr/>
        <a:lstStyle/>
        <a:p>
          <a:endParaRPr lang="en-US"/>
        </a:p>
      </dgm:t>
    </dgm:pt>
    <dgm:pt modelId="{A4C38156-55CC-4D20-856C-72876F4D9574}" type="sibTrans" cxnId="{22001725-F35A-4B3E-AD68-C90313DB13AB}">
      <dgm:prSet/>
      <dgm:spPr/>
      <dgm:t>
        <a:bodyPr/>
        <a:lstStyle/>
        <a:p>
          <a:endParaRPr lang="en-US"/>
        </a:p>
      </dgm:t>
    </dgm:pt>
    <dgm:pt modelId="{920305F5-220C-4850-9E9E-EECDCC623933}">
      <dgm:prSet/>
      <dgm:spPr/>
      <dgm:t>
        <a:bodyPr/>
        <a:lstStyle/>
        <a:p>
          <a:r>
            <a:rPr lang="en-US" b="0"/>
            <a:t>Traversal dua arah (forward &amp; backward)</a:t>
          </a:r>
          <a:endParaRPr lang="en-US"/>
        </a:p>
      </dgm:t>
    </dgm:pt>
    <dgm:pt modelId="{FA0F851E-F1C4-4B92-94C7-86DB95F487B9}" type="parTrans" cxnId="{5C0EE1FE-0CD3-4380-A346-EC8C35EE1B53}">
      <dgm:prSet/>
      <dgm:spPr/>
      <dgm:t>
        <a:bodyPr/>
        <a:lstStyle/>
        <a:p>
          <a:endParaRPr lang="en-US"/>
        </a:p>
      </dgm:t>
    </dgm:pt>
    <dgm:pt modelId="{9818D383-4530-4821-B1E1-EA9406F737D0}" type="sibTrans" cxnId="{5C0EE1FE-0CD3-4380-A346-EC8C35EE1B53}">
      <dgm:prSet/>
      <dgm:spPr/>
      <dgm:t>
        <a:bodyPr/>
        <a:lstStyle/>
        <a:p>
          <a:endParaRPr lang="en-US"/>
        </a:p>
      </dgm:t>
    </dgm:pt>
    <dgm:pt modelId="{3AB05B4F-98B2-4BC4-9C6D-3D72A73A11C8}">
      <dgm:prSet/>
      <dgm:spPr/>
      <dgm:t>
        <a:bodyPr/>
        <a:lstStyle/>
        <a:p>
          <a:r>
            <a:rPr lang="en-US" b="0"/>
            <a:t>Akses langsung ke predecessor (O(1))</a:t>
          </a:r>
          <a:endParaRPr lang="en-US"/>
        </a:p>
      </dgm:t>
    </dgm:pt>
    <dgm:pt modelId="{503C1EC8-5013-4BE3-83C5-A776E1737852}" type="parTrans" cxnId="{B74A7EF6-B216-40FC-B017-08745959108A}">
      <dgm:prSet/>
      <dgm:spPr/>
      <dgm:t>
        <a:bodyPr/>
        <a:lstStyle/>
        <a:p>
          <a:endParaRPr lang="en-US"/>
        </a:p>
      </dgm:t>
    </dgm:pt>
    <dgm:pt modelId="{BAD8E119-EC8D-4723-A37D-39CD642AC656}" type="sibTrans" cxnId="{B74A7EF6-B216-40FC-B017-08745959108A}">
      <dgm:prSet/>
      <dgm:spPr/>
      <dgm:t>
        <a:bodyPr/>
        <a:lstStyle/>
        <a:p>
          <a:endParaRPr lang="en-US"/>
        </a:p>
      </dgm:t>
    </dgm:pt>
    <dgm:pt modelId="{367247CF-539F-4E52-A0A0-212A8E5A6C86}">
      <dgm:prSet/>
      <dgm:spPr/>
      <dgm:t>
        <a:bodyPr/>
        <a:lstStyle/>
        <a:p>
          <a:r>
            <a:rPr lang="en-US" b="0"/>
            <a:t>Insert/delete di posisi arbitrary lebih efisien</a:t>
          </a:r>
          <a:endParaRPr lang="en-US"/>
        </a:p>
      </dgm:t>
    </dgm:pt>
    <dgm:pt modelId="{AAA626B5-A5BB-4729-908F-A77CFE6BC200}" type="parTrans" cxnId="{E4AAA87D-90CC-4008-A41B-462BC36786D9}">
      <dgm:prSet/>
      <dgm:spPr/>
      <dgm:t>
        <a:bodyPr/>
        <a:lstStyle/>
        <a:p>
          <a:endParaRPr lang="en-US"/>
        </a:p>
      </dgm:t>
    </dgm:pt>
    <dgm:pt modelId="{155EB4B7-37FB-4BB1-A92F-22AB911DDE7C}" type="sibTrans" cxnId="{E4AAA87D-90CC-4008-A41B-462BC36786D9}">
      <dgm:prSet/>
      <dgm:spPr/>
      <dgm:t>
        <a:bodyPr/>
        <a:lstStyle/>
        <a:p>
          <a:endParaRPr lang="en-US"/>
        </a:p>
      </dgm:t>
    </dgm:pt>
    <dgm:pt modelId="{8AD361AA-D20A-48DC-A2B0-A032306C02FF}" type="pres">
      <dgm:prSet presAssocID="{451FCD13-E861-4EF2-BA59-C1B76E8FDD67}" presName="linear" presStyleCnt="0">
        <dgm:presLayoutVars>
          <dgm:animLvl val="lvl"/>
          <dgm:resizeHandles val="exact"/>
        </dgm:presLayoutVars>
      </dgm:prSet>
      <dgm:spPr/>
    </dgm:pt>
    <dgm:pt modelId="{D9801E49-5355-4EF2-9F75-4EAF485B32D7}" type="pres">
      <dgm:prSet presAssocID="{2E2CD765-62FB-43E9-8DE0-48B60712FA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319F2B-C4F4-4FBE-AF1C-BB9C8F682528}" type="pres">
      <dgm:prSet presAssocID="{2E2CD765-62FB-43E9-8DE0-48B60712FA26}" presName="childText" presStyleLbl="revTx" presStyleIdx="0" presStyleCnt="2">
        <dgm:presLayoutVars>
          <dgm:bulletEnabled val="1"/>
        </dgm:presLayoutVars>
      </dgm:prSet>
      <dgm:spPr/>
    </dgm:pt>
    <dgm:pt modelId="{D3DFC31E-65A7-4155-893B-9EDF5ADAC4FA}" type="pres">
      <dgm:prSet presAssocID="{A7E17F32-80E9-4E4C-B949-F51A725A97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7B774AA-7648-47BE-B41F-06C6331F1D4A}" type="pres">
      <dgm:prSet presAssocID="{F8C5FCF7-E934-412B-9D2A-F0C32C350DBB}" presName="spacer" presStyleCnt="0"/>
      <dgm:spPr/>
    </dgm:pt>
    <dgm:pt modelId="{423FA522-BD48-4ED7-8315-6FEBAEF118C2}" type="pres">
      <dgm:prSet presAssocID="{B4D6A10E-232F-4E4E-8EA6-914F711115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A69209-B150-41B2-B57E-A79A3CAA3581}" type="pres">
      <dgm:prSet presAssocID="{337518BF-577D-4B6A-8BAA-A95F18452345}" presName="spacer" presStyleCnt="0"/>
      <dgm:spPr/>
    </dgm:pt>
    <dgm:pt modelId="{0A39A9D7-832C-4471-A540-53F8387432C5}" type="pres">
      <dgm:prSet presAssocID="{9497986C-8935-4D4C-82A4-70A1978960A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FD70E17-23AA-49BE-AE54-E3A750EB21F1}" type="pres">
      <dgm:prSet presAssocID="{9497986C-8935-4D4C-82A4-70A1978960A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A29D07-0E46-4D33-A2A0-B44A8D661EEC}" srcId="{2E2CD765-62FB-43E9-8DE0-48B60712FA26}" destId="{C48A58FF-3329-4060-B1E9-1BD85E984D2F}" srcOrd="1" destOrd="0" parTransId="{AA7B4ED2-6737-4981-9D07-0873E8A8E783}" sibTransId="{0C73822E-5663-4419-A600-1E8C1E3B1EC0}"/>
    <dgm:cxn modelId="{9794A40D-E8FF-40A6-AF3E-F1D2EC9A55E6}" type="presOf" srcId="{920305F5-220C-4850-9E9E-EECDCC623933}" destId="{1FD70E17-23AA-49BE-AE54-E3A750EB21F1}" srcOrd="0" destOrd="0" presId="urn:microsoft.com/office/officeart/2005/8/layout/vList2"/>
    <dgm:cxn modelId="{BEC42E20-EAD5-49B5-9263-02F5501FB818}" type="presOf" srcId="{9497986C-8935-4D4C-82A4-70A1978960A7}" destId="{0A39A9D7-832C-4471-A540-53F8387432C5}" srcOrd="0" destOrd="0" presId="urn:microsoft.com/office/officeart/2005/8/layout/vList2"/>
    <dgm:cxn modelId="{22001725-F35A-4B3E-AD68-C90313DB13AB}" srcId="{451FCD13-E861-4EF2-BA59-C1B76E8FDD67}" destId="{9497986C-8935-4D4C-82A4-70A1978960A7}" srcOrd="3" destOrd="0" parTransId="{3756A60B-73CE-4E9C-80C2-BF8486C4A283}" sibTransId="{A4C38156-55CC-4D20-856C-72876F4D9574}"/>
    <dgm:cxn modelId="{81137C34-666D-4B66-BC00-8CD923779754}" srcId="{451FCD13-E861-4EF2-BA59-C1B76E8FDD67}" destId="{2E2CD765-62FB-43E9-8DE0-48B60712FA26}" srcOrd="0" destOrd="0" parTransId="{8872F4A2-CAA7-48F4-8F52-5A523365E7F7}" sibTransId="{8052A897-C0EC-4386-BBD7-444F1403C40C}"/>
    <dgm:cxn modelId="{4327155D-FE7A-4359-92F1-8BE7BBAE2D88}" type="presOf" srcId="{140BB3DF-D165-4636-A412-25917D9510DF}" destId="{12319F2B-C4F4-4FBE-AF1C-BB9C8F682528}" srcOrd="0" destOrd="0" presId="urn:microsoft.com/office/officeart/2005/8/layout/vList2"/>
    <dgm:cxn modelId="{C1A9AA64-03F5-4DAF-9182-DB8A5BCEE701}" type="presOf" srcId="{B4D6A10E-232F-4E4E-8EA6-914F711115DA}" destId="{423FA522-BD48-4ED7-8315-6FEBAEF118C2}" srcOrd="0" destOrd="0" presId="urn:microsoft.com/office/officeart/2005/8/layout/vList2"/>
    <dgm:cxn modelId="{4243E04A-B1D5-4439-A83C-2560D0A8B6FC}" srcId="{451FCD13-E861-4EF2-BA59-C1B76E8FDD67}" destId="{B4D6A10E-232F-4E4E-8EA6-914F711115DA}" srcOrd="2" destOrd="0" parTransId="{541917A2-4FE0-44CE-A019-DBDB3A621472}" sibTransId="{337518BF-577D-4B6A-8BAA-A95F18452345}"/>
    <dgm:cxn modelId="{79971253-13BC-4712-ADFD-C216BDDA9FBC}" srcId="{451FCD13-E861-4EF2-BA59-C1B76E8FDD67}" destId="{A7E17F32-80E9-4E4C-B949-F51A725A97A3}" srcOrd="1" destOrd="0" parTransId="{E90330E1-CC53-4285-8468-73D69F89E514}" sibTransId="{F8C5FCF7-E934-412B-9D2A-F0C32C350DBB}"/>
    <dgm:cxn modelId="{C095AE77-DE2F-41EB-9A4E-8284706BF105}" type="presOf" srcId="{451FCD13-E861-4EF2-BA59-C1B76E8FDD67}" destId="{8AD361AA-D20A-48DC-A2B0-A032306C02FF}" srcOrd="0" destOrd="0" presId="urn:microsoft.com/office/officeart/2005/8/layout/vList2"/>
    <dgm:cxn modelId="{55C3457B-FFC1-47EC-9F58-D16E7C4EB130}" type="presOf" srcId="{C48A58FF-3329-4060-B1E9-1BD85E984D2F}" destId="{12319F2B-C4F4-4FBE-AF1C-BB9C8F682528}" srcOrd="0" destOrd="1" presId="urn:microsoft.com/office/officeart/2005/8/layout/vList2"/>
    <dgm:cxn modelId="{E4AAA87D-90CC-4008-A41B-462BC36786D9}" srcId="{9497986C-8935-4D4C-82A4-70A1978960A7}" destId="{367247CF-539F-4E52-A0A0-212A8E5A6C86}" srcOrd="2" destOrd="0" parTransId="{AAA626B5-A5BB-4729-908F-A77CFE6BC200}" sibTransId="{155EB4B7-37FB-4BB1-A92F-22AB911DDE7C}"/>
    <dgm:cxn modelId="{4636FA7F-53B1-488E-B078-238E608D3578}" type="presOf" srcId="{A7E17F32-80E9-4E4C-B949-F51A725A97A3}" destId="{D3DFC31E-65A7-4155-893B-9EDF5ADAC4FA}" srcOrd="0" destOrd="0" presId="urn:microsoft.com/office/officeart/2005/8/layout/vList2"/>
    <dgm:cxn modelId="{4F7123AC-9C77-4D90-A3F1-47D96AC6D463}" type="presOf" srcId="{2E2CD765-62FB-43E9-8DE0-48B60712FA26}" destId="{D9801E49-5355-4EF2-9F75-4EAF485B32D7}" srcOrd="0" destOrd="0" presId="urn:microsoft.com/office/officeart/2005/8/layout/vList2"/>
    <dgm:cxn modelId="{E8D1DEB0-D3DA-4251-BF52-E2CD8944070C}" type="presOf" srcId="{3AB05B4F-98B2-4BC4-9C6D-3D72A73A11C8}" destId="{1FD70E17-23AA-49BE-AE54-E3A750EB21F1}" srcOrd="0" destOrd="1" presId="urn:microsoft.com/office/officeart/2005/8/layout/vList2"/>
    <dgm:cxn modelId="{77F73FE4-C1E7-4D99-9F50-A7415697CD72}" srcId="{2E2CD765-62FB-43E9-8DE0-48B60712FA26}" destId="{140BB3DF-D165-4636-A412-25917D9510DF}" srcOrd="0" destOrd="0" parTransId="{FE878FE5-797B-40D1-A2AF-FAC002DB106E}" sibTransId="{B060C72F-99AD-4BB4-A65A-57649573FD5B}"/>
    <dgm:cxn modelId="{B74A7EF6-B216-40FC-B017-08745959108A}" srcId="{9497986C-8935-4D4C-82A4-70A1978960A7}" destId="{3AB05B4F-98B2-4BC4-9C6D-3D72A73A11C8}" srcOrd="1" destOrd="0" parTransId="{503C1EC8-5013-4BE3-83C5-A776E1737852}" sibTransId="{BAD8E119-EC8D-4723-A37D-39CD642AC656}"/>
    <dgm:cxn modelId="{D18FA5F6-3803-4348-8E6B-770EEC8FFF23}" type="presOf" srcId="{367247CF-539F-4E52-A0A0-212A8E5A6C86}" destId="{1FD70E17-23AA-49BE-AE54-E3A750EB21F1}" srcOrd="0" destOrd="2" presId="urn:microsoft.com/office/officeart/2005/8/layout/vList2"/>
    <dgm:cxn modelId="{5C0EE1FE-0CD3-4380-A346-EC8C35EE1B53}" srcId="{9497986C-8935-4D4C-82A4-70A1978960A7}" destId="{920305F5-220C-4850-9E9E-EECDCC623933}" srcOrd="0" destOrd="0" parTransId="{FA0F851E-F1C4-4B92-94C7-86DB95F487B9}" sibTransId="{9818D383-4530-4821-B1E1-EA9406F737D0}"/>
    <dgm:cxn modelId="{2BB31CBE-5E59-4698-B3ED-D561B30DE445}" type="presParOf" srcId="{8AD361AA-D20A-48DC-A2B0-A032306C02FF}" destId="{D9801E49-5355-4EF2-9F75-4EAF485B32D7}" srcOrd="0" destOrd="0" presId="urn:microsoft.com/office/officeart/2005/8/layout/vList2"/>
    <dgm:cxn modelId="{A538C4F1-F175-4BD7-8BCA-A5623B71077E}" type="presParOf" srcId="{8AD361AA-D20A-48DC-A2B0-A032306C02FF}" destId="{12319F2B-C4F4-4FBE-AF1C-BB9C8F682528}" srcOrd="1" destOrd="0" presId="urn:microsoft.com/office/officeart/2005/8/layout/vList2"/>
    <dgm:cxn modelId="{E57F223D-163A-4E06-A1C8-32CDA4F716FB}" type="presParOf" srcId="{8AD361AA-D20A-48DC-A2B0-A032306C02FF}" destId="{D3DFC31E-65A7-4155-893B-9EDF5ADAC4FA}" srcOrd="2" destOrd="0" presId="urn:microsoft.com/office/officeart/2005/8/layout/vList2"/>
    <dgm:cxn modelId="{33993B0A-DE6B-4BE2-9F74-0AD300C62EC5}" type="presParOf" srcId="{8AD361AA-D20A-48DC-A2B0-A032306C02FF}" destId="{37B774AA-7648-47BE-B41F-06C6331F1D4A}" srcOrd="3" destOrd="0" presId="urn:microsoft.com/office/officeart/2005/8/layout/vList2"/>
    <dgm:cxn modelId="{4269C127-BD88-46C9-9B05-CD77956ADA23}" type="presParOf" srcId="{8AD361AA-D20A-48DC-A2B0-A032306C02FF}" destId="{423FA522-BD48-4ED7-8315-6FEBAEF118C2}" srcOrd="4" destOrd="0" presId="urn:microsoft.com/office/officeart/2005/8/layout/vList2"/>
    <dgm:cxn modelId="{8EB020AF-D210-4EF5-AC28-FA1B8B156CBE}" type="presParOf" srcId="{8AD361AA-D20A-48DC-A2B0-A032306C02FF}" destId="{E0A69209-B150-41B2-B57E-A79A3CAA3581}" srcOrd="5" destOrd="0" presId="urn:microsoft.com/office/officeart/2005/8/layout/vList2"/>
    <dgm:cxn modelId="{1D34020E-3B03-4A7A-9198-B5269D60E28D}" type="presParOf" srcId="{8AD361AA-D20A-48DC-A2B0-A032306C02FF}" destId="{0A39A9D7-832C-4471-A540-53F8387432C5}" srcOrd="6" destOrd="0" presId="urn:microsoft.com/office/officeart/2005/8/layout/vList2"/>
    <dgm:cxn modelId="{4DEA6259-44AA-4C56-BF96-7983E7ABDB9E}" type="presParOf" srcId="{8AD361AA-D20A-48DC-A2B0-A032306C02FF}" destId="{1FD70E17-23AA-49BE-AE54-E3A750EB21F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19A358-23BA-4442-95AF-8F40353AFAB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FF76BE-6CB2-47B3-A17F-B7762309A44A}">
      <dgm:prSet/>
      <dgm:spPr/>
      <dgm:t>
        <a:bodyPr/>
        <a:lstStyle/>
        <a:p>
          <a:r>
            <a:rPr lang="en-US" b="1"/>
            <a:t>HEAD → [A] ↔ [B] ↔ [C] ← TAIL</a:t>
          </a:r>
          <a:endParaRPr lang="en-US"/>
        </a:p>
      </dgm:t>
    </dgm:pt>
    <dgm:pt modelId="{4C071191-2B4A-43A5-9758-7000E9448DA5}" type="parTrans" cxnId="{37A9890A-F29B-4866-B64C-2BF17FA6D747}">
      <dgm:prSet/>
      <dgm:spPr/>
      <dgm:t>
        <a:bodyPr/>
        <a:lstStyle/>
        <a:p>
          <a:endParaRPr lang="en-US"/>
        </a:p>
      </dgm:t>
    </dgm:pt>
    <dgm:pt modelId="{96BE6329-AAF7-4931-9A80-F430D6316151}" type="sibTrans" cxnId="{37A9890A-F29B-4866-B64C-2BF17FA6D747}">
      <dgm:prSet/>
      <dgm:spPr/>
      <dgm:t>
        <a:bodyPr/>
        <a:lstStyle/>
        <a:p>
          <a:endParaRPr lang="en-US"/>
        </a:p>
      </dgm:t>
    </dgm:pt>
    <dgm:pt modelId="{DF9B29FA-3EC9-457C-88AE-42B4E728DE1C}">
      <dgm:prSet/>
      <dgm:spPr/>
      <dgm:t>
        <a:bodyPr/>
        <a:lstStyle/>
        <a:p>
          <a:r>
            <a:rPr lang="en-US" b="1"/>
            <a:t>Konvensi penting:</a:t>
          </a:r>
          <a:endParaRPr lang="en-US"/>
        </a:p>
      </dgm:t>
    </dgm:pt>
    <dgm:pt modelId="{1BF25AE9-5688-4448-ACA3-5DD7DB0E28D2}" type="parTrans" cxnId="{C215543F-9DF0-4D27-9629-E28F8670A0CE}">
      <dgm:prSet/>
      <dgm:spPr/>
      <dgm:t>
        <a:bodyPr/>
        <a:lstStyle/>
        <a:p>
          <a:endParaRPr lang="en-US"/>
        </a:p>
      </dgm:t>
    </dgm:pt>
    <dgm:pt modelId="{72C881C5-647C-4042-B59A-9F487D54B5A7}" type="sibTrans" cxnId="{C215543F-9DF0-4D27-9629-E28F8670A0CE}">
      <dgm:prSet/>
      <dgm:spPr/>
      <dgm:t>
        <a:bodyPr/>
        <a:lstStyle/>
        <a:p>
          <a:endParaRPr lang="en-US"/>
        </a:p>
      </dgm:t>
    </dgm:pt>
    <dgm:pt modelId="{8BDCC2F6-DDA9-46D4-9CC2-7A53BDA5C2EC}">
      <dgm:prSet/>
      <dgm:spPr/>
      <dgm:t>
        <a:bodyPr/>
        <a:lstStyle/>
        <a:p>
          <a:r>
            <a:rPr lang="en-US" b="0"/>
            <a:t>head.prev selalu NULL</a:t>
          </a:r>
          <a:endParaRPr lang="en-US"/>
        </a:p>
      </dgm:t>
    </dgm:pt>
    <dgm:pt modelId="{2E1FBA32-9185-4D87-8F22-4BB7FD105D11}" type="parTrans" cxnId="{E5DBE61D-D5F9-4AC0-8DAF-29FC25F72044}">
      <dgm:prSet/>
      <dgm:spPr/>
      <dgm:t>
        <a:bodyPr/>
        <a:lstStyle/>
        <a:p>
          <a:endParaRPr lang="en-US"/>
        </a:p>
      </dgm:t>
    </dgm:pt>
    <dgm:pt modelId="{5E874CC8-381F-47BE-991A-ADEF700F5ADB}" type="sibTrans" cxnId="{E5DBE61D-D5F9-4AC0-8DAF-29FC25F72044}">
      <dgm:prSet/>
      <dgm:spPr/>
      <dgm:t>
        <a:bodyPr/>
        <a:lstStyle/>
        <a:p>
          <a:endParaRPr lang="en-US"/>
        </a:p>
      </dgm:t>
    </dgm:pt>
    <dgm:pt modelId="{9A84E0B0-C685-4D9A-9859-D1FFC887EE2F}">
      <dgm:prSet/>
      <dgm:spPr/>
      <dgm:t>
        <a:bodyPr/>
        <a:lstStyle/>
        <a:p>
          <a:r>
            <a:rPr lang="en-US" b="0"/>
            <a:t>tail.next selalu NULL</a:t>
          </a:r>
          <a:endParaRPr lang="en-US"/>
        </a:p>
      </dgm:t>
    </dgm:pt>
    <dgm:pt modelId="{094266C7-C329-4638-9757-DA0AF37D3EAD}" type="parTrans" cxnId="{8CFAA9DC-8414-46DA-9BDA-772F77A4846C}">
      <dgm:prSet/>
      <dgm:spPr/>
      <dgm:t>
        <a:bodyPr/>
        <a:lstStyle/>
        <a:p>
          <a:endParaRPr lang="en-US"/>
        </a:p>
      </dgm:t>
    </dgm:pt>
    <dgm:pt modelId="{F5355B8F-7422-44B0-BBBE-5D39F4718A4E}" type="sibTrans" cxnId="{8CFAA9DC-8414-46DA-9BDA-772F77A4846C}">
      <dgm:prSet/>
      <dgm:spPr/>
      <dgm:t>
        <a:bodyPr/>
        <a:lstStyle/>
        <a:p>
          <a:endParaRPr lang="en-US"/>
        </a:p>
      </dgm:t>
    </dgm:pt>
    <dgm:pt modelId="{AE9CA33D-3F09-40C1-A43A-B14B52F4D9A1}">
      <dgm:prSet/>
      <dgm:spPr/>
      <dgm:t>
        <a:bodyPr/>
        <a:lstStyle/>
        <a:p>
          <a:r>
            <a:rPr lang="en-US" b="0"/>
            <a:t>List kosong: head = tail = None</a:t>
          </a:r>
          <a:endParaRPr lang="en-US"/>
        </a:p>
      </dgm:t>
    </dgm:pt>
    <dgm:pt modelId="{48689732-BEE1-437E-BA05-9706C6FE8180}" type="parTrans" cxnId="{D58C0C29-4CF3-44D5-A0E6-1BD936B73CCC}">
      <dgm:prSet/>
      <dgm:spPr/>
      <dgm:t>
        <a:bodyPr/>
        <a:lstStyle/>
        <a:p>
          <a:endParaRPr lang="en-US"/>
        </a:p>
      </dgm:t>
    </dgm:pt>
    <dgm:pt modelId="{96A3126A-DC52-468A-BECB-9EE78C65A733}" type="sibTrans" cxnId="{D58C0C29-4CF3-44D5-A0E6-1BD936B73CCC}">
      <dgm:prSet/>
      <dgm:spPr/>
      <dgm:t>
        <a:bodyPr/>
        <a:lstStyle/>
        <a:p>
          <a:endParaRPr lang="en-US"/>
        </a:p>
      </dgm:t>
    </dgm:pt>
    <dgm:pt modelId="{719B9745-396F-4BCE-BCED-6C16915C593D}">
      <dgm:prSet/>
      <dgm:spPr/>
      <dgm:t>
        <a:bodyPr/>
        <a:lstStyle/>
        <a:p>
          <a:r>
            <a:rPr lang="en-US" b="1"/>
            <a:t>Manfaat tail reference:</a:t>
          </a:r>
          <a:endParaRPr lang="en-US"/>
        </a:p>
      </dgm:t>
    </dgm:pt>
    <dgm:pt modelId="{3B72360D-DE03-4487-B9F5-6043F4BC672C}" type="parTrans" cxnId="{B2EAC47E-B2E3-4DDD-80E8-5DD62A19B720}">
      <dgm:prSet/>
      <dgm:spPr/>
      <dgm:t>
        <a:bodyPr/>
        <a:lstStyle/>
        <a:p>
          <a:endParaRPr lang="en-US"/>
        </a:p>
      </dgm:t>
    </dgm:pt>
    <dgm:pt modelId="{6658C257-A6C6-4BBE-A2E9-A967A434D38C}" type="sibTrans" cxnId="{B2EAC47E-B2E3-4DDD-80E8-5DD62A19B720}">
      <dgm:prSet/>
      <dgm:spPr/>
      <dgm:t>
        <a:bodyPr/>
        <a:lstStyle/>
        <a:p>
          <a:endParaRPr lang="en-US"/>
        </a:p>
      </dgm:t>
    </dgm:pt>
    <dgm:pt modelId="{A279BBEF-EA3F-4ADF-906E-7A9A7BE9E600}">
      <dgm:prSet/>
      <dgm:spPr/>
      <dgm:t>
        <a:bodyPr/>
        <a:lstStyle/>
        <a:p>
          <a:r>
            <a:rPr lang="en-US" b="0"/>
            <a:t>Akses O(1) ke node terakhir</a:t>
          </a:r>
          <a:endParaRPr lang="en-US"/>
        </a:p>
      </dgm:t>
    </dgm:pt>
    <dgm:pt modelId="{59129A46-A9E7-4B7D-B2BC-49D4E26BD823}" type="parTrans" cxnId="{D2D825F6-88A2-467C-8BE4-3152797CD8A1}">
      <dgm:prSet/>
      <dgm:spPr/>
      <dgm:t>
        <a:bodyPr/>
        <a:lstStyle/>
        <a:p>
          <a:endParaRPr lang="en-US"/>
        </a:p>
      </dgm:t>
    </dgm:pt>
    <dgm:pt modelId="{34667EF0-2D55-4CCC-806E-D56F2EFD042B}" type="sibTrans" cxnId="{D2D825F6-88A2-467C-8BE4-3152797CD8A1}">
      <dgm:prSet/>
      <dgm:spPr/>
      <dgm:t>
        <a:bodyPr/>
        <a:lstStyle/>
        <a:p>
          <a:endParaRPr lang="en-US"/>
        </a:p>
      </dgm:t>
    </dgm:pt>
    <dgm:pt modelId="{C3265310-3375-437C-B996-AED4D63B6CD6}">
      <dgm:prSet/>
      <dgm:spPr/>
      <dgm:t>
        <a:bodyPr/>
        <a:lstStyle/>
        <a:p>
          <a:r>
            <a:rPr lang="en-US" b="0"/>
            <a:t>Mendukung reverse traversal efisien</a:t>
          </a:r>
          <a:endParaRPr lang="en-US"/>
        </a:p>
      </dgm:t>
    </dgm:pt>
    <dgm:pt modelId="{22798478-502A-4804-A04F-70473C12AFB7}" type="parTrans" cxnId="{E8C2325C-7EAC-43CA-92F9-350BC33D2F55}">
      <dgm:prSet/>
      <dgm:spPr/>
      <dgm:t>
        <a:bodyPr/>
        <a:lstStyle/>
        <a:p>
          <a:endParaRPr lang="en-US"/>
        </a:p>
      </dgm:t>
    </dgm:pt>
    <dgm:pt modelId="{5809A095-92CE-4116-B0E7-0F4606AA714D}" type="sibTrans" cxnId="{E8C2325C-7EAC-43CA-92F9-350BC33D2F55}">
      <dgm:prSet/>
      <dgm:spPr/>
      <dgm:t>
        <a:bodyPr/>
        <a:lstStyle/>
        <a:p>
          <a:endParaRPr lang="en-US"/>
        </a:p>
      </dgm:t>
    </dgm:pt>
    <dgm:pt modelId="{15B6F125-9421-4B7E-9AAD-2834C6F9EF6C}">
      <dgm:prSet/>
      <dgm:spPr/>
      <dgm:t>
        <a:bodyPr/>
        <a:lstStyle/>
        <a:p>
          <a:r>
            <a:rPr lang="en-US" b="0"/>
            <a:t>Append di akhir list menjadi O(1)</a:t>
          </a:r>
          <a:endParaRPr lang="en-US"/>
        </a:p>
      </dgm:t>
    </dgm:pt>
    <dgm:pt modelId="{1FA58641-640F-4D20-B551-DF07E143F8E3}" type="parTrans" cxnId="{8E91D46E-CAAD-45AA-843B-D79D40F01E13}">
      <dgm:prSet/>
      <dgm:spPr/>
      <dgm:t>
        <a:bodyPr/>
        <a:lstStyle/>
        <a:p>
          <a:endParaRPr lang="en-US"/>
        </a:p>
      </dgm:t>
    </dgm:pt>
    <dgm:pt modelId="{FA18A12F-7B6A-4812-A949-81130230F7D1}" type="sibTrans" cxnId="{8E91D46E-CAAD-45AA-843B-D79D40F01E13}">
      <dgm:prSet/>
      <dgm:spPr/>
      <dgm:t>
        <a:bodyPr/>
        <a:lstStyle/>
        <a:p>
          <a:endParaRPr lang="en-US"/>
        </a:p>
      </dgm:t>
    </dgm:pt>
    <dgm:pt modelId="{5BEDAD80-589A-4249-BDAE-C885798381B4}" type="pres">
      <dgm:prSet presAssocID="{2019A358-23BA-4442-95AF-8F40353AFAB2}" presName="linear" presStyleCnt="0">
        <dgm:presLayoutVars>
          <dgm:animLvl val="lvl"/>
          <dgm:resizeHandles val="exact"/>
        </dgm:presLayoutVars>
      </dgm:prSet>
      <dgm:spPr/>
    </dgm:pt>
    <dgm:pt modelId="{E9BA92C9-5AF8-499C-81DA-C63A259E8891}" type="pres">
      <dgm:prSet presAssocID="{C8FF76BE-6CB2-47B3-A17F-B7762309A44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7FC0EA5-14A6-4E7C-8820-A50E8775B4BD}" type="pres">
      <dgm:prSet presAssocID="{96BE6329-AAF7-4931-9A80-F430D6316151}" presName="spacer" presStyleCnt="0"/>
      <dgm:spPr/>
    </dgm:pt>
    <dgm:pt modelId="{10C72A01-CB22-4921-BE12-2A9CA1B769EA}" type="pres">
      <dgm:prSet presAssocID="{DF9B29FA-3EC9-457C-88AE-42B4E728DE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18EB61-7756-42E2-A011-63B30BF461B4}" type="pres">
      <dgm:prSet presAssocID="{DF9B29FA-3EC9-457C-88AE-42B4E728DE1C}" presName="childText" presStyleLbl="revTx" presStyleIdx="0" presStyleCnt="2">
        <dgm:presLayoutVars>
          <dgm:bulletEnabled val="1"/>
        </dgm:presLayoutVars>
      </dgm:prSet>
      <dgm:spPr/>
    </dgm:pt>
    <dgm:pt modelId="{EC3D4726-D337-42F4-A168-326F1841410A}" type="pres">
      <dgm:prSet presAssocID="{719B9745-396F-4BCE-BCED-6C16915C593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E2383E9-0F27-4546-9048-31548CBE306D}" type="pres">
      <dgm:prSet presAssocID="{719B9745-396F-4BCE-BCED-6C16915C593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7A9890A-F29B-4866-B64C-2BF17FA6D747}" srcId="{2019A358-23BA-4442-95AF-8F40353AFAB2}" destId="{C8FF76BE-6CB2-47B3-A17F-B7762309A44A}" srcOrd="0" destOrd="0" parTransId="{4C071191-2B4A-43A5-9758-7000E9448DA5}" sibTransId="{96BE6329-AAF7-4931-9A80-F430D6316151}"/>
    <dgm:cxn modelId="{E5DBE61D-D5F9-4AC0-8DAF-29FC25F72044}" srcId="{DF9B29FA-3EC9-457C-88AE-42B4E728DE1C}" destId="{8BDCC2F6-DDA9-46D4-9CC2-7A53BDA5C2EC}" srcOrd="0" destOrd="0" parTransId="{2E1FBA32-9185-4D87-8F22-4BB7FD105D11}" sibTransId="{5E874CC8-381F-47BE-991A-ADEF700F5ADB}"/>
    <dgm:cxn modelId="{D58C0C29-4CF3-44D5-A0E6-1BD936B73CCC}" srcId="{DF9B29FA-3EC9-457C-88AE-42B4E728DE1C}" destId="{AE9CA33D-3F09-40C1-A43A-B14B52F4D9A1}" srcOrd="2" destOrd="0" parTransId="{48689732-BEE1-437E-BA05-9706C6FE8180}" sibTransId="{96A3126A-DC52-468A-BECB-9EE78C65A733}"/>
    <dgm:cxn modelId="{C215543F-9DF0-4D27-9629-E28F8670A0CE}" srcId="{2019A358-23BA-4442-95AF-8F40353AFAB2}" destId="{DF9B29FA-3EC9-457C-88AE-42B4E728DE1C}" srcOrd="1" destOrd="0" parTransId="{1BF25AE9-5688-4448-ACA3-5DD7DB0E28D2}" sibTransId="{72C881C5-647C-4042-B59A-9F487D54B5A7}"/>
    <dgm:cxn modelId="{4CD17640-0B72-479D-A304-D0DF164A6CBC}" type="presOf" srcId="{DF9B29FA-3EC9-457C-88AE-42B4E728DE1C}" destId="{10C72A01-CB22-4921-BE12-2A9CA1B769EA}" srcOrd="0" destOrd="0" presId="urn:microsoft.com/office/officeart/2005/8/layout/vList2"/>
    <dgm:cxn modelId="{E8C2325C-7EAC-43CA-92F9-350BC33D2F55}" srcId="{719B9745-396F-4BCE-BCED-6C16915C593D}" destId="{C3265310-3375-437C-B996-AED4D63B6CD6}" srcOrd="1" destOrd="0" parTransId="{22798478-502A-4804-A04F-70473C12AFB7}" sibTransId="{5809A095-92CE-4116-B0E7-0F4606AA714D}"/>
    <dgm:cxn modelId="{23A0EE44-9E87-441D-8C64-C3127811F76B}" type="presOf" srcId="{2019A358-23BA-4442-95AF-8F40353AFAB2}" destId="{5BEDAD80-589A-4249-BDAE-C885798381B4}" srcOrd="0" destOrd="0" presId="urn:microsoft.com/office/officeart/2005/8/layout/vList2"/>
    <dgm:cxn modelId="{8E91D46E-CAAD-45AA-843B-D79D40F01E13}" srcId="{719B9745-396F-4BCE-BCED-6C16915C593D}" destId="{15B6F125-9421-4B7E-9AAD-2834C6F9EF6C}" srcOrd="2" destOrd="0" parTransId="{1FA58641-640F-4D20-B551-DF07E143F8E3}" sibTransId="{FA18A12F-7B6A-4812-A949-81130230F7D1}"/>
    <dgm:cxn modelId="{A7442374-B5AA-46FD-8834-0EFEF9F6DD73}" type="presOf" srcId="{719B9745-396F-4BCE-BCED-6C16915C593D}" destId="{EC3D4726-D337-42F4-A168-326F1841410A}" srcOrd="0" destOrd="0" presId="urn:microsoft.com/office/officeart/2005/8/layout/vList2"/>
    <dgm:cxn modelId="{B2EAC47E-B2E3-4DDD-80E8-5DD62A19B720}" srcId="{2019A358-23BA-4442-95AF-8F40353AFAB2}" destId="{719B9745-396F-4BCE-BCED-6C16915C593D}" srcOrd="2" destOrd="0" parTransId="{3B72360D-DE03-4487-B9F5-6043F4BC672C}" sibTransId="{6658C257-A6C6-4BBE-A2E9-A967A434D38C}"/>
    <dgm:cxn modelId="{41A37182-B1A7-48D7-9491-122740B97C23}" type="presOf" srcId="{8BDCC2F6-DDA9-46D4-9CC2-7A53BDA5C2EC}" destId="{3718EB61-7756-42E2-A011-63B30BF461B4}" srcOrd="0" destOrd="0" presId="urn:microsoft.com/office/officeart/2005/8/layout/vList2"/>
    <dgm:cxn modelId="{BB81A58D-8251-4037-897F-49FA9B974EF5}" type="presOf" srcId="{C3265310-3375-437C-B996-AED4D63B6CD6}" destId="{8E2383E9-0F27-4546-9048-31548CBE306D}" srcOrd="0" destOrd="1" presId="urn:microsoft.com/office/officeart/2005/8/layout/vList2"/>
    <dgm:cxn modelId="{65D0A3A5-DE4C-41BB-A1A8-1EBCD22147E6}" type="presOf" srcId="{C8FF76BE-6CB2-47B3-A17F-B7762309A44A}" destId="{E9BA92C9-5AF8-499C-81DA-C63A259E8891}" srcOrd="0" destOrd="0" presId="urn:microsoft.com/office/officeart/2005/8/layout/vList2"/>
    <dgm:cxn modelId="{CB0820C1-FC9F-4248-B8E8-0192E4E42C6C}" type="presOf" srcId="{15B6F125-9421-4B7E-9AAD-2834C6F9EF6C}" destId="{8E2383E9-0F27-4546-9048-31548CBE306D}" srcOrd="0" destOrd="2" presId="urn:microsoft.com/office/officeart/2005/8/layout/vList2"/>
    <dgm:cxn modelId="{05AB25CC-947A-46F2-B1F8-910865455514}" type="presOf" srcId="{AE9CA33D-3F09-40C1-A43A-B14B52F4D9A1}" destId="{3718EB61-7756-42E2-A011-63B30BF461B4}" srcOrd="0" destOrd="2" presId="urn:microsoft.com/office/officeart/2005/8/layout/vList2"/>
    <dgm:cxn modelId="{508680D5-C50E-40F4-8AED-74D3FDA6E43D}" type="presOf" srcId="{A279BBEF-EA3F-4ADF-906E-7A9A7BE9E600}" destId="{8E2383E9-0F27-4546-9048-31548CBE306D}" srcOrd="0" destOrd="0" presId="urn:microsoft.com/office/officeart/2005/8/layout/vList2"/>
    <dgm:cxn modelId="{8CFAA9DC-8414-46DA-9BDA-772F77A4846C}" srcId="{DF9B29FA-3EC9-457C-88AE-42B4E728DE1C}" destId="{9A84E0B0-C685-4D9A-9859-D1FFC887EE2F}" srcOrd="1" destOrd="0" parTransId="{094266C7-C329-4638-9757-DA0AF37D3EAD}" sibTransId="{F5355B8F-7422-44B0-BBBE-5D39F4718A4E}"/>
    <dgm:cxn modelId="{51413DF0-F0C8-430B-9EB2-9A284FB1341C}" type="presOf" srcId="{9A84E0B0-C685-4D9A-9859-D1FFC887EE2F}" destId="{3718EB61-7756-42E2-A011-63B30BF461B4}" srcOrd="0" destOrd="1" presId="urn:microsoft.com/office/officeart/2005/8/layout/vList2"/>
    <dgm:cxn modelId="{D2D825F6-88A2-467C-8BE4-3152797CD8A1}" srcId="{719B9745-396F-4BCE-BCED-6C16915C593D}" destId="{A279BBEF-EA3F-4ADF-906E-7A9A7BE9E600}" srcOrd="0" destOrd="0" parTransId="{59129A46-A9E7-4B7D-B2BC-49D4E26BD823}" sibTransId="{34667EF0-2D55-4CCC-806E-D56F2EFD042B}"/>
    <dgm:cxn modelId="{A8A7CBAF-3BC5-4ECC-825E-C08A2BBF6AA4}" type="presParOf" srcId="{5BEDAD80-589A-4249-BDAE-C885798381B4}" destId="{E9BA92C9-5AF8-499C-81DA-C63A259E8891}" srcOrd="0" destOrd="0" presId="urn:microsoft.com/office/officeart/2005/8/layout/vList2"/>
    <dgm:cxn modelId="{502D8B3D-04FD-44E2-AB93-37CC39584967}" type="presParOf" srcId="{5BEDAD80-589A-4249-BDAE-C885798381B4}" destId="{87FC0EA5-14A6-4E7C-8820-A50E8775B4BD}" srcOrd="1" destOrd="0" presId="urn:microsoft.com/office/officeart/2005/8/layout/vList2"/>
    <dgm:cxn modelId="{549FA6E9-4CB0-4496-A45F-035751893BC8}" type="presParOf" srcId="{5BEDAD80-589A-4249-BDAE-C885798381B4}" destId="{10C72A01-CB22-4921-BE12-2A9CA1B769EA}" srcOrd="2" destOrd="0" presId="urn:microsoft.com/office/officeart/2005/8/layout/vList2"/>
    <dgm:cxn modelId="{FA2ED5F4-E62A-43CD-B86D-6ADED2167F41}" type="presParOf" srcId="{5BEDAD80-589A-4249-BDAE-C885798381B4}" destId="{3718EB61-7756-42E2-A011-63B30BF461B4}" srcOrd="3" destOrd="0" presId="urn:microsoft.com/office/officeart/2005/8/layout/vList2"/>
    <dgm:cxn modelId="{209BE341-0431-4BCF-B8BF-AFC683D23E35}" type="presParOf" srcId="{5BEDAD80-589A-4249-BDAE-C885798381B4}" destId="{EC3D4726-D337-42F4-A168-326F1841410A}" srcOrd="4" destOrd="0" presId="urn:microsoft.com/office/officeart/2005/8/layout/vList2"/>
    <dgm:cxn modelId="{A1CB2A17-0819-4BB0-968B-9DE901A64076}" type="presParOf" srcId="{5BEDAD80-589A-4249-BDAE-C885798381B4}" destId="{8E2383E9-0F27-4546-9048-31548CBE306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36968D-F1D8-455D-B6DA-D0F500DDCA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0FD855F-9C43-43E8-A753-B831D1AE8878}">
      <dgm:prSet/>
      <dgm:spPr/>
      <dgm:t>
        <a:bodyPr/>
        <a:lstStyle/>
        <a:p>
          <a:r>
            <a:rPr lang="en-US" b="1"/>
            <a:t>Simpan referensi ke hasil search terakhir (probe)</a:t>
          </a:r>
          <a:endParaRPr lang="en-US"/>
        </a:p>
      </dgm:t>
    </dgm:pt>
    <dgm:pt modelId="{0F5F045A-04A2-4506-9483-6BF9BEB88A13}" type="parTrans" cxnId="{E31B9732-1345-4DB2-A5CB-723BC685BE77}">
      <dgm:prSet/>
      <dgm:spPr/>
      <dgm:t>
        <a:bodyPr/>
        <a:lstStyle/>
        <a:p>
          <a:endParaRPr lang="en-US"/>
        </a:p>
      </dgm:t>
    </dgm:pt>
    <dgm:pt modelId="{045FB6D1-600F-4F03-9013-5ADB2E8FEE7D}" type="sibTrans" cxnId="{E31B9732-1345-4DB2-A5CB-723BC685BE77}">
      <dgm:prSet/>
      <dgm:spPr/>
      <dgm:t>
        <a:bodyPr/>
        <a:lstStyle/>
        <a:p>
          <a:endParaRPr lang="en-US"/>
        </a:p>
      </dgm:t>
    </dgm:pt>
    <dgm:pt modelId="{B8A644CE-DB9C-4B89-BD7A-5DFD5820FB71}">
      <dgm:prSet/>
      <dgm:spPr/>
      <dgm:t>
        <a:bodyPr/>
        <a:lstStyle/>
        <a:p>
          <a:r>
            <a:rPr lang="en-US" b="1"/>
            <a:t>Search berikutnya mulai dari posisi probe</a:t>
          </a:r>
          <a:endParaRPr lang="en-US"/>
        </a:p>
      </dgm:t>
    </dgm:pt>
    <dgm:pt modelId="{675B8E97-5F08-4E41-8573-AAEC0839A7C7}" type="parTrans" cxnId="{24F7B7AF-6872-4ABE-9C3D-F8FBF7D6AE4D}">
      <dgm:prSet/>
      <dgm:spPr/>
      <dgm:t>
        <a:bodyPr/>
        <a:lstStyle/>
        <a:p>
          <a:endParaRPr lang="en-US"/>
        </a:p>
      </dgm:t>
    </dgm:pt>
    <dgm:pt modelId="{360BD7DB-4BC8-4A2D-A55A-DF65DC60616C}" type="sibTrans" cxnId="{24F7B7AF-6872-4ABE-9C3D-F8FBF7D6AE4D}">
      <dgm:prSet/>
      <dgm:spPr/>
      <dgm:t>
        <a:bodyPr/>
        <a:lstStyle/>
        <a:p>
          <a:endParaRPr lang="en-US"/>
        </a:p>
      </dgm:t>
    </dgm:pt>
    <dgm:pt modelId="{BABC658C-1AF3-4699-B173-FD2EA9F99735}">
      <dgm:prSet/>
      <dgm:spPr/>
      <dgm:t>
        <a:bodyPr/>
        <a:lstStyle/>
        <a:p>
          <a:r>
            <a:rPr lang="en-US" b="1"/>
            <a:t>Tentukan arah berdasarkan perbandingan target:</a:t>
          </a:r>
          <a:endParaRPr lang="en-US"/>
        </a:p>
      </dgm:t>
    </dgm:pt>
    <dgm:pt modelId="{1816B068-99C5-44B5-AADB-1E155470B4AA}" type="parTrans" cxnId="{F1E7A886-4E93-4148-A316-E5E666A6D89C}">
      <dgm:prSet/>
      <dgm:spPr/>
      <dgm:t>
        <a:bodyPr/>
        <a:lstStyle/>
        <a:p>
          <a:endParaRPr lang="en-US"/>
        </a:p>
      </dgm:t>
    </dgm:pt>
    <dgm:pt modelId="{ED1D5990-F480-4946-BE68-098E339B647A}" type="sibTrans" cxnId="{F1E7A886-4E93-4148-A316-E5E666A6D89C}">
      <dgm:prSet/>
      <dgm:spPr/>
      <dgm:t>
        <a:bodyPr/>
        <a:lstStyle/>
        <a:p>
          <a:endParaRPr lang="en-US"/>
        </a:p>
      </dgm:t>
    </dgm:pt>
    <dgm:pt modelId="{7AEBE8EA-6D9F-435A-87AF-ECD6F8376D7C}">
      <dgm:prSet/>
      <dgm:spPr/>
      <dgm:t>
        <a:bodyPr/>
        <a:lstStyle/>
        <a:p>
          <a:r>
            <a:rPr lang="en-US" b="0"/>
            <a:t>target &lt; probe.data → traversal mundur</a:t>
          </a:r>
          <a:endParaRPr lang="en-US"/>
        </a:p>
      </dgm:t>
    </dgm:pt>
    <dgm:pt modelId="{7BD8AEC6-1A40-4C20-92B6-4352FF2EED04}" type="parTrans" cxnId="{62E32FED-9C74-4163-A78F-78873A5F999D}">
      <dgm:prSet/>
      <dgm:spPr/>
      <dgm:t>
        <a:bodyPr/>
        <a:lstStyle/>
        <a:p>
          <a:endParaRPr lang="en-US"/>
        </a:p>
      </dgm:t>
    </dgm:pt>
    <dgm:pt modelId="{5E2B0D47-6F88-48E7-9895-B9FD5BEB0A67}" type="sibTrans" cxnId="{62E32FED-9C74-4163-A78F-78873A5F999D}">
      <dgm:prSet/>
      <dgm:spPr/>
      <dgm:t>
        <a:bodyPr/>
        <a:lstStyle/>
        <a:p>
          <a:endParaRPr lang="en-US"/>
        </a:p>
      </dgm:t>
    </dgm:pt>
    <dgm:pt modelId="{4D1EAD5F-3337-4B45-9EDC-C21863BFC6A1}">
      <dgm:prSet/>
      <dgm:spPr/>
      <dgm:t>
        <a:bodyPr/>
        <a:lstStyle/>
        <a:p>
          <a:r>
            <a:rPr lang="en-US" b="0"/>
            <a:t>target &gt; probe.data → traversal maju</a:t>
          </a:r>
          <a:endParaRPr lang="en-US"/>
        </a:p>
      </dgm:t>
    </dgm:pt>
    <dgm:pt modelId="{D1741415-7BDE-4440-85A7-EA2E7F950EB7}" type="parTrans" cxnId="{02F84F52-E8CD-4E1B-9378-C6714C6D8FB3}">
      <dgm:prSet/>
      <dgm:spPr/>
      <dgm:t>
        <a:bodyPr/>
        <a:lstStyle/>
        <a:p>
          <a:endParaRPr lang="en-US"/>
        </a:p>
      </dgm:t>
    </dgm:pt>
    <dgm:pt modelId="{13614BC8-9E08-496F-BFE7-0654BAB5FE03}" type="sibTrans" cxnId="{02F84F52-E8CD-4E1B-9378-C6714C6D8FB3}">
      <dgm:prSet/>
      <dgm:spPr/>
      <dgm:t>
        <a:bodyPr/>
        <a:lstStyle/>
        <a:p>
          <a:endParaRPr lang="en-US"/>
        </a:p>
      </dgm:t>
    </dgm:pt>
    <dgm:pt modelId="{9C771874-9474-48C6-BCD4-5E4B8B689F58}">
      <dgm:prSet/>
      <dgm:spPr/>
      <dgm:t>
        <a:bodyPr/>
        <a:lstStyle/>
        <a:p>
          <a:r>
            <a:rPr lang="en-US" b="1"/>
            <a:t>Cocok untuk sequential search berulang pada list besar</a:t>
          </a:r>
          <a:endParaRPr lang="en-US"/>
        </a:p>
      </dgm:t>
    </dgm:pt>
    <dgm:pt modelId="{2418E2AF-0AA5-4BF9-BE83-DCFF8C963C3F}" type="parTrans" cxnId="{E332CB82-075F-4285-82F5-8BD288B5CC5E}">
      <dgm:prSet/>
      <dgm:spPr/>
      <dgm:t>
        <a:bodyPr/>
        <a:lstStyle/>
        <a:p>
          <a:endParaRPr lang="en-US"/>
        </a:p>
      </dgm:t>
    </dgm:pt>
    <dgm:pt modelId="{639C4B07-4E5D-42F3-87F1-0D8E7237AA72}" type="sibTrans" cxnId="{E332CB82-075F-4285-82F5-8BD288B5CC5E}">
      <dgm:prSet/>
      <dgm:spPr/>
      <dgm:t>
        <a:bodyPr/>
        <a:lstStyle/>
        <a:p>
          <a:endParaRPr lang="en-US"/>
        </a:p>
      </dgm:t>
    </dgm:pt>
    <dgm:pt modelId="{C83AF8E8-F8A8-473E-A03C-179D8C8673E7}">
      <dgm:prSet/>
      <dgm:spPr/>
      <dgm:t>
        <a:bodyPr/>
        <a:lstStyle/>
        <a:p>
          <a:r>
            <a:rPr lang="en-US" b="1"/>
            <a:t>Worst-case tetap O(n), tapi average-case meningkat drastis</a:t>
          </a:r>
          <a:endParaRPr lang="en-US"/>
        </a:p>
      </dgm:t>
    </dgm:pt>
    <dgm:pt modelId="{BCCD7813-808D-449A-BCB3-0E268D0F2704}" type="parTrans" cxnId="{DC09EA8C-754B-43C6-B1B9-AA16F7A91D18}">
      <dgm:prSet/>
      <dgm:spPr/>
      <dgm:t>
        <a:bodyPr/>
        <a:lstStyle/>
        <a:p>
          <a:endParaRPr lang="en-US"/>
        </a:p>
      </dgm:t>
    </dgm:pt>
    <dgm:pt modelId="{6F370F97-FFE0-4ED0-9964-C2037FF4BCF1}" type="sibTrans" cxnId="{DC09EA8C-754B-43C6-B1B9-AA16F7A91D18}">
      <dgm:prSet/>
      <dgm:spPr/>
      <dgm:t>
        <a:bodyPr/>
        <a:lstStyle/>
        <a:p>
          <a:endParaRPr lang="en-US"/>
        </a:p>
      </dgm:t>
    </dgm:pt>
    <dgm:pt modelId="{8FF94BF9-039B-4694-AE97-EAF1B3EED5C1}" type="pres">
      <dgm:prSet presAssocID="{9A36968D-F1D8-455D-B6DA-D0F500DDCA1A}" presName="root" presStyleCnt="0">
        <dgm:presLayoutVars>
          <dgm:dir/>
          <dgm:resizeHandles val="exact"/>
        </dgm:presLayoutVars>
      </dgm:prSet>
      <dgm:spPr/>
    </dgm:pt>
    <dgm:pt modelId="{326A2D53-31DB-4F31-8286-D4B6F4AC6271}" type="pres">
      <dgm:prSet presAssocID="{60FD855F-9C43-43E8-A753-B831D1AE8878}" presName="compNode" presStyleCnt="0"/>
      <dgm:spPr/>
    </dgm:pt>
    <dgm:pt modelId="{4D93CB94-CA32-479C-9C16-181EDB301ADD}" type="pres">
      <dgm:prSet presAssocID="{60FD855F-9C43-43E8-A753-B831D1AE8878}" presName="bgRect" presStyleLbl="bgShp" presStyleIdx="0" presStyleCnt="5"/>
      <dgm:spPr/>
    </dgm:pt>
    <dgm:pt modelId="{32F9B776-2E33-452D-A52E-E81A27D372F4}" type="pres">
      <dgm:prSet presAssocID="{60FD855F-9C43-43E8-A753-B831D1AE887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7C33BFE-F197-446A-8D95-5B2904C0B8C6}" type="pres">
      <dgm:prSet presAssocID="{60FD855F-9C43-43E8-A753-B831D1AE8878}" presName="spaceRect" presStyleCnt="0"/>
      <dgm:spPr/>
    </dgm:pt>
    <dgm:pt modelId="{E615F119-499C-4B09-8163-37C88D64358B}" type="pres">
      <dgm:prSet presAssocID="{60FD855F-9C43-43E8-A753-B831D1AE8878}" presName="parTx" presStyleLbl="revTx" presStyleIdx="0" presStyleCnt="6">
        <dgm:presLayoutVars>
          <dgm:chMax val="0"/>
          <dgm:chPref val="0"/>
        </dgm:presLayoutVars>
      </dgm:prSet>
      <dgm:spPr/>
    </dgm:pt>
    <dgm:pt modelId="{995D60B0-63BC-40A4-A521-6B0B30277AD8}" type="pres">
      <dgm:prSet presAssocID="{045FB6D1-600F-4F03-9013-5ADB2E8FEE7D}" presName="sibTrans" presStyleCnt="0"/>
      <dgm:spPr/>
    </dgm:pt>
    <dgm:pt modelId="{EC201B9A-1225-4540-8447-4EFDF7AC3C20}" type="pres">
      <dgm:prSet presAssocID="{B8A644CE-DB9C-4B89-BD7A-5DFD5820FB71}" presName="compNode" presStyleCnt="0"/>
      <dgm:spPr/>
    </dgm:pt>
    <dgm:pt modelId="{9BD1A478-0A9A-42B8-B29A-3FCFE97A2033}" type="pres">
      <dgm:prSet presAssocID="{B8A644CE-DB9C-4B89-BD7A-5DFD5820FB71}" presName="bgRect" presStyleLbl="bgShp" presStyleIdx="1" presStyleCnt="5"/>
      <dgm:spPr/>
    </dgm:pt>
    <dgm:pt modelId="{E39594B8-C287-46FF-A75F-369C6A124EC0}" type="pres">
      <dgm:prSet presAssocID="{B8A644CE-DB9C-4B89-BD7A-5DFD5820FB7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C7A349C-D75A-4B66-9F15-FD5B51990E76}" type="pres">
      <dgm:prSet presAssocID="{B8A644CE-DB9C-4B89-BD7A-5DFD5820FB71}" presName="spaceRect" presStyleCnt="0"/>
      <dgm:spPr/>
    </dgm:pt>
    <dgm:pt modelId="{723CE6A4-85F4-4C8D-85BA-921548C74FF4}" type="pres">
      <dgm:prSet presAssocID="{B8A644CE-DB9C-4B89-BD7A-5DFD5820FB71}" presName="parTx" presStyleLbl="revTx" presStyleIdx="1" presStyleCnt="6">
        <dgm:presLayoutVars>
          <dgm:chMax val="0"/>
          <dgm:chPref val="0"/>
        </dgm:presLayoutVars>
      </dgm:prSet>
      <dgm:spPr/>
    </dgm:pt>
    <dgm:pt modelId="{B3D6E4D8-19CC-4636-89DD-F269A849949F}" type="pres">
      <dgm:prSet presAssocID="{360BD7DB-4BC8-4A2D-A55A-DF65DC60616C}" presName="sibTrans" presStyleCnt="0"/>
      <dgm:spPr/>
    </dgm:pt>
    <dgm:pt modelId="{ED3F2165-B63E-4B25-A7B9-4C9356EEB6FA}" type="pres">
      <dgm:prSet presAssocID="{BABC658C-1AF3-4699-B173-FD2EA9F99735}" presName="compNode" presStyleCnt="0"/>
      <dgm:spPr/>
    </dgm:pt>
    <dgm:pt modelId="{95DC70DE-63F7-44A0-A9F0-930E1EB6BA1A}" type="pres">
      <dgm:prSet presAssocID="{BABC658C-1AF3-4699-B173-FD2EA9F99735}" presName="bgRect" presStyleLbl="bgShp" presStyleIdx="2" presStyleCnt="5"/>
      <dgm:spPr/>
    </dgm:pt>
    <dgm:pt modelId="{B49CC9D9-5D3F-416E-A8B1-786862ABFD77}" type="pres">
      <dgm:prSet presAssocID="{BABC658C-1AF3-4699-B173-FD2EA9F9973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8797FACD-1B38-4F19-9574-60EC08799718}" type="pres">
      <dgm:prSet presAssocID="{BABC658C-1AF3-4699-B173-FD2EA9F99735}" presName="spaceRect" presStyleCnt="0"/>
      <dgm:spPr/>
    </dgm:pt>
    <dgm:pt modelId="{3D846968-0036-4692-B450-76036FAF3725}" type="pres">
      <dgm:prSet presAssocID="{BABC658C-1AF3-4699-B173-FD2EA9F99735}" presName="parTx" presStyleLbl="revTx" presStyleIdx="2" presStyleCnt="6">
        <dgm:presLayoutVars>
          <dgm:chMax val="0"/>
          <dgm:chPref val="0"/>
        </dgm:presLayoutVars>
      </dgm:prSet>
      <dgm:spPr/>
    </dgm:pt>
    <dgm:pt modelId="{546ABE49-956B-4456-93CD-1FE71379CD05}" type="pres">
      <dgm:prSet presAssocID="{BABC658C-1AF3-4699-B173-FD2EA9F99735}" presName="desTx" presStyleLbl="revTx" presStyleIdx="3" presStyleCnt="6">
        <dgm:presLayoutVars/>
      </dgm:prSet>
      <dgm:spPr/>
    </dgm:pt>
    <dgm:pt modelId="{85C5FEA9-0143-438A-9BC8-B8FD1985DEF8}" type="pres">
      <dgm:prSet presAssocID="{ED1D5990-F480-4946-BE68-098E339B647A}" presName="sibTrans" presStyleCnt="0"/>
      <dgm:spPr/>
    </dgm:pt>
    <dgm:pt modelId="{3EA370A2-7CC2-4A64-BE27-E55A73BCB8C3}" type="pres">
      <dgm:prSet presAssocID="{9C771874-9474-48C6-BCD4-5E4B8B689F58}" presName="compNode" presStyleCnt="0"/>
      <dgm:spPr/>
    </dgm:pt>
    <dgm:pt modelId="{69285F5F-2D92-4A75-9762-EA2BE3939BBE}" type="pres">
      <dgm:prSet presAssocID="{9C771874-9474-48C6-BCD4-5E4B8B689F58}" presName="bgRect" presStyleLbl="bgShp" presStyleIdx="3" presStyleCnt="5"/>
      <dgm:spPr/>
    </dgm:pt>
    <dgm:pt modelId="{6C391711-07DA-41B9-8B58-FA2D8F17C0D7}" type="pres">
      <dgm:prSet presAssocID="{9C771874-9474-48C6-BCD4-5E4B8B689F5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0A16EAF-953B-41B3-AE62-0C161A2B2D95}" type="pres">
      <dgm:prSet presAssocID="{9C771874-9474-48C6-BCD4-5E4B8B689F58}" presName="spaceRect" presStyleCnt="0"/>
      <dgm:spPr/>
    </dgm:pt>
    <dgm:pt modelId="{0998C866-D7C7-464F-AEDD-F9450AD588AC}" type="pres">
      <dgm:prSet presAssocID="{9C771874-9474-48C6-BCD4-5E4B8B689F58}" presName="parTx" presStyleLbl="revTx" presStyleIdx="4" presStyleCnt="6">
        <dgm:presLayoutVars>
          <dgm:chMax val="0"/>
          <dgm:chPref val="0"/>
        </dgm:presLayoutVars>
      </dgm:prSet>
      <dgm:spPr/>
    </dgm:pt>
    <dgm:pt modelId="{03F7F722-A98D-4D37-AAB1-A93AD54A21E1}" type="pres">
      <dgm:prSet presAssocID="{639C4B07-4E5D-42F3-87F1-0D8E7237AA72}" presName="sibTrans" presStyleCnt="0"/>
      <dgm:spPr/>
    </dgm:pt>
    <dgm:pt modelId="{ED0F12A8-B29E-4757-9CD5-03499CD0FCF8}" type="pres">
      <dgm:prSet presAssocID="{C83AF8E8-F8A8-473E-A03C-179D8C8673E7}" presName="compNode" presStyleCnt="0"/>
      <dgm:spPr/>
    </dgm:pt>
    <dgm:pt modelId="{FA4211AD-8373-4347-BC6D-86E951805214}" type="pres">
      <dgm:prSet presAssocID="{C83AF8E8-F8A8-473E-A03C-179D8C8673E7}" presName="bgRect" presStyleLbl="bgShp" presStyleIdx="4" presStyleCnt="5"/>
      <dgm:spPr/>
    </dgm:pt>
    <dgm:pt modelId="{653CB23B-349A-4534-BB91-3C6586A88D43}" type="pres">
      <dgm:prSet presAssocID="{C83AF8E8-F8A8-473E-A03C-179D8C8673E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62E97ADF-8967-4462-A2A2-DF4E0BBEBD0F}" type="pres">
      <dgm:prSet presAssocID="{C83AF8E8-F8A8-473E-A03C-179D8C8673E7}" presName="spaceRect" presStyleCnt="0"/>
      <dgm:spPr/>
    </dgm:pt>
    <dgm:pt modelId="{0D69A1A7-15E4-41C9-B027-CC3031EF5940}" type="pres">
      <dgm:prSet presAssocID="{C83AF8E8-F8A8-473E-A03C-179D8C8673E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B33C230-E466-4D03-B5F6-7BDB9CB8E4F6}" type="presOf" srcId="{7AEBE8EA-6D9F-435A-87AF-ECD6F8376D7C}" destId="{546ABE49-956B-4456-93CD-1FE71379CD05}" srcOrd="0" destOrd="0" presId="urn:microsoft.com/office/officeart/2018/2/layout/IconVerticalSolidList"/>
    <dgm:cxn modelId="{E31B9732-1345-4DB2-A5CB-723BC685BE77}" srcId="{9A36968D-F1D8-455D-B6DA-D0F500DDCA1A}" destId="{60FD855F-9C43-43E8-A753-B831D1AE8878}" srcOrd="0" destOrd="0" parTransId="{0F5F045A-04A2-4506-9483-6BF9BEB88A13}" sibTransId="{045FB6D1-600F-4F03-9013-5ADB2E8FEE7D}"/>
    <dgm:cxn modelId="{6A40786A-72D3-4C9F-B0F6-B60D780E104E}" type="presOf" srcId="{B8A644CE-DB9C-4B89-BD7A-5DFD5820FB71}" destId="{723CE6A4-85F4-4C8D-85BA-921548C74FF4}" srcOrd="0" destOrd="0" presId="urn:microsoft.com/office/officeart/2018/2/layout/IconVerticalSolidList"/>
    <dgm:cxn modelId="{02F84F52-E8CD-4E1B-9378-C6714C6D8FB3}" srcId="{BABC658C-1AF3-4699-B173-FD2EA9F99735}" destId="{4D1EAD5F-3337-4B45-9EDC-C21863BFC6A1}" srcOrd="1" destOrd="0" parTransId="{D1741415-7BDE-4440-85A7-EA2E7F950EB7}" sibTransId="{13614BC8-9E08-496F-BFE7-0654BAB5FE03}"/>
    <dgm:cxn modelId="{E332CB82-075F-4285-82F5-8BD288B5CC5E}" srcId="{9A36968D-F1D8-455D-B6DA-D0F500DDCA1A}" destId="{9C771874-9474-48C6-BCD4-5E4B8B689F58}" srcOrd="3" destOrd="0" parTransId="{2418E2AF-0AA5-4BF9-BE83-DCFF8C963C3F}" sibTransId="{639C4B07-4E5D-42F3-87F1-0D8E7237AA72}"/>
    <dgm:cxn modelId="{F1E7A886-4E93-4148-A316-E5E666A6D89C}" srcId="{9A36968D-F1D8-455D-B6DA-D0F500DDCA1A}" destId="{BABC658C-1AF3-4699-B173-FD2EA9F99735}" srcOrd="2" destOrd="0" parTransId="{1816B068-99C5-44B5-AADB-1E155470B4AA}" sibTransId="{ED1D5990-F480-4946-BE68-098E339B647A}"/>
    <dgm:cxn modelId="{DC09EA8C-754B-43C6-B1B9-AA16F7A91D18}" srcId="{9A36968D-F1D8-455D-B6DA-D0F500DDCA1A}" destId="{C83AF8E8-F8A8-473E-A03C-179D8C8673E7}" srcOrd="4" destOrd="0" parTransId="{BCCD7813-808D-449A-BCB3-0E268D0F2704}" sibTransId="{6F370F97-FFE0-4ED0-9964-C2037FF4BCF1}"/>
    <dgm:cxn modelId="{ACA0D58D-3516-4B03-96BB-75DA7408558A}" type="presOf" srcId="{9A36968D-F1D8-455D-B6DA-D0F500DDCA1A}" destId="{8FF94BF9-039B-4694-AE97-EAF1B3EED5C1}" srcOrd="0" destOrd="0" presId="urn:microsoft.com/office/officeart/2018/2/layout/IconVerticalSolidList"/>
    <dgm:cxn modelId="{398BB490-C394-4BA0-BC9C-04BC2C9A60BC}" type="presOf" srcId="{C83AF8E8-F8A8-473E-A03C-179D8C8673E7}" destId="{0D69A1A7-15E4-41C9-B027-CC3031EF5940}" srcOrd="0" destOrd="0" presId="urn:microsoft.com/office/officeart/2018/2/layout/IconVerticalSolidList"/>
    <dgm:cxn modelId="{24F7B7AF-6872-4ABE-9C3D-F8FBF7D6AE4D}" srcId="{9A36968D-F1D8-455D-B6DA-D0F500DDCA1A}" destId="{B8A644CE-DB9C-4B89-BD7A-5DFD5820FB71}" srcOrd="1" destOrd="0" parTransId="{675B8E97-5F08-4E41-8573-AAEC0839A7C7}" sibTransId="{360BD7DB-4BC8-4A2D-A55A-DF65DC60616C}"/>
    <dgm:cxn modelId="{788326B7-09D6-4620-8DCB-E51E5FBFAC82}" type="presOf" srcId="{60FD855F-9C43-43E8-A753-B831D1AE8878}" destId="{E615F119-499C-4B09-8163-37C88D64358B}" srcOrd="0" destOrd="0" presId="urn:microsoft.com/office/officeart/2018/2/layout/IconVerticalSolidList"/>
    <dgm:cxn modelId="{42CD4BBA-84C4-4EED-97C0-92B19B5BAB1A}" type="presOf" srcId="{BABC658C-1AF3-4699-B173-FD2EA9F99735}" destId="{3D846968-0036-4692-B450-76036FAF3725}" srcOrd="0" destOrd="0" presId="urn:microsoft.com/office/officeart/2018/2/layout/IconVerticalSolidList"/>
    <dgm:cxn modelId="{DE74E6C4-6CAF-4E44-8595-8563510CA172}" type="presOf" srcId="{9C771874-9474-48C6-BCD4-5E4B8B689F58}" destId="{0998C866-D7C7-464F-AEDD-F9450AD588AC}" srcOrd="0" destOrd="0" presId="urn:microsoft.com/office/officeart/2018/2/layout/IconVerticalSolidList"/>
    <dgm:cxn modelId="{3F0EF4C4-CAF8-4E33-A5EC-C14FA5828559}" type="presOf" srcId="{4D1EAD5F-3337-4B45-9EDC-C21863BFC6A1}" destId="{546ABE49-956B-4456-93CD-1FE71379CD05}" srcOrd="0" destOrd="1" presId="urn:microsoft.com/office/officeart/2018/2/layout/IconVerticalSolidList"/>
    <dgm:cxn modelId="{62E32FED-9C74-4163-A78F-78873A5F999D}" srcId="{BABC658C-1AF3-4699-B173-FD2EA9F99735}" destId="{7AEBE8EA-6D9F-435A-87AF-ECD6F8376D7C}" srcOrd="0" destOrd="0" parTransId="{7BD8AEC6-1A40-4C20-92B6-4352FF2EED04}" sibTransId="{5E2B0D47-6F88-48E7-9895-B9FD5BEB0A67}"/>
    <dgm:cxn modelId="{660C5243-AE93-4960-8B04-1B23CE2005F4}" type="presParOf" srcId="{8FF94BF9-039B-4694-AE97-EAF1B3EED5C1}" destId="{326A2D53-31DB-4F31-8286-D4B6F4AC6271}" srcOrd="0" destOrd="0" presId="urn:microsoft.com/office/officeart/2018/2/layout/IconVerticalSolidList"/>
    <dgm:cxn modelId="{8050CBB3-07B5-46DA-AB95-F67BA2DB0088}" type="presParOf" srcId="{326A2D53-31DB-4F31-8286-D4B6F4AC6271}" destId="{4D93CB94-CA32-479C-9C16-181EDB301ADD}" srcOrd="0" destOrd="0" presId="urn:microsoft.com/office/officeart/2018/2/layout/IconVerticalSolidList"/>
    <dgm:cxn modelId="{A200CDD6-78E9-428C-986C-8ACC8E7D216B}" type="presParOf" srcId="{326A2D53-31DB-4F31-8286-D4B6F4AC6271}" destId="{32F9B776-2E33-452D-A52E-E81A27D372F4}" srcOrd="1" destOrd="0" presId="urn:microsoft.com/office/officeart/2018/2/layout/IconVerticalSolidList"/>
    <dgm:cxn modelId="{0E869D2A-B73F-4421-9EAD-A5066158B539}" type="presParOf" srcId="{326A2D53-31DB-4F31-8286-D4B6F4AC6271}" destId="{47C33BFE-F197-446A-8D95-5B2904C0B8C6}" srcOrd="2" destOrd="0" presId="urn:microsoft.com/office/officeart/2018/2/layout/IconVerticalSolidList"/>
    <dgm:cxn modelId="{737DB79E-83F7-49BF-AFF0-EE2D1D107A6E}" type="presParOf" srcId="{326A2D53-31DB-4F31-8286-D4B6F4AC6271}" destId="{E615F119-499C-4B09-8163-37C88D64358B}" srcOrd="3" destOrd="0" presId="urn:microsoft.com/office/officeart/2018/2/layout/IconVerticalSolidList"/>
    <dgm:cxn modelId="{163A9EF0-B6BB-4534-B2CF-B0C43B527618}" type="presParOf" srcId="{8FF94BF9-039B-4694-AE97-EAF1B3EED5C1}" destId="{995D60B0-63BC-40A4-A521-6B0B30277AD8}" srcOrd="1" destOrd="0" presId="urn:microsoft.com/office/officeart/2018/2/layout/IconVerticalSolidList"/>
    <dgm:cxn modelId="{1D0AA3D7-8B42-4F6C-93DC-84D539271D9A}" type="presParOf" srcId="{8FF94BF9-039B-4694-AE97-EAF1B3EED5C1}" destId="{EC201B9A-1225-4540-8447-4EFDF7AC3C20}" srcOrd="2" destOrd="0" presId="urn:microsoft.com/office/officeart/2018/2/layout/IconVerticalSolidList"/>
    <dgm:cxn modelId="{602B73B3-4691-44FB-807E-ECC897578893}" type="presParOf" srcId="{EC201B9A-1225-4540-8447-4EFDF7AC3C20}" destId="{9BD1A478-0A9A-42B8-B29A-3FCFE97A2033}" srcOrd="0" destOrd="0" presId="urn:microsoft.com/office/officeart/2018/2/layout/IconVerticalSolidList"/>
    <dgm:cxn modelId="{BA205FBD-0DBB-41F5-A154-F6C73C58A5D5}" type="presParOf" srcId="{EC201B9A-1225-4540-8447-4EFDF7AC3C20}" destId="{E39594B8-C287-46FF-A75F-369C6A124EC0}" srcOrd="1" destOrd="0" presId="urn:microsoft.com/office/officeart/2018/2/layout/IconVerticalSolidList"/>
    <dgm:cxn modelId="{72459C0A-7D77-46C5-B521-32428A69A068}" type="presParOf" srcId="{EC201B9A-1225-4540-8447-4EFDF7AC3C20}" destId="{DC7A349C-D75A-4B66-9F15-FD5B51990E76}" srcOrd="2" destOrd="0" presId="urn:microsoft.com/office/officeart/2018/2/layout/IconVerticalSolidList"/>
    <dgm:cxn modelId="{D58CD5D6-FA8E-46CA-9407-017AF488CCB6}" type="presParOf" srcId="{EC201B9A-1225-4540-8447-4EFDF7AC3C20}" destId="{723CE6A4-85F4-4C8D-85BA-921548C74FF4}" srcOrd="3" destOrd="0" presId="urn:microsoft.com/office/officeart/2018/2/layout/IconVerticalSolidList"/>
    <dgm:cxn modelId="{B645850A-CB1D-4599-A287-8199B91BBB45}" type="presParOf" srcId="{8FF94BF9-039B-4694-AE97-EAF1B3EED5C1}" destId="{B3D6E4D8-19CC-4636-89DD-F269A849949F}" srcOrd="3" destOrd="0" presId="urn:microsoft.com/office/officeart/2018/2/layout/IconVerticalSolidList"/>
    <dgm:cxn modelId="{1339F8C1-31DF-4026-9CF4-543C0DDD012E}" type="presParOf" srcId="{8FF94BF9-039B-4694-AE97-EAF1B3EED5C1}" destId="{ED3F2165-B63E-4B25-A7B9-4C9356EEB6FA}" srcOrd="4" destOrd="0" presId="urn:microsoft.com/office/officeart/2018/2/layout/IconVerticalSolidList"/>
    <dgm:cxn modelId="{F2C87564-C06D-4EFB-8685-8DCE12D7B81B}" type="presParOf" srcId="{ED3F2165-B63E-4B25-A7B9-4C9356EEB6FA}" destId="{95DC70DE-63F7-44A0-A9F0-930E1EB6BA1A}" srcOrd="0" destOrd="0" presId="urn:microsoft.com/office/officeart/2018/2/layout/IconVerticalSolidList"/>
    <dgm:cxn modelId="{05842C85-ABB4-464D-AAF1-8804C884FF38}" type="presParOf" srcId="{ED3F2165-B63E-4B25-A7B9-4C9356EEB6FA}" destId="{B49CC9D9-5D3F-416E-A8B1-786862ABFD77}" srcOrd="1" destOrd="0" presId="urn:microsoft.com/office/officeart/2018/2/layout/IconVerticalSolidList"/>
    <dgm:cxn modelId="{4FAFEFA8-AD55-4CD7-8CCB-43C0DD2BC30D}" type="presParOf" srcId="{ED3F2165-B63E-4B25-A7B9-4C9356EEB6FA}" destId="{8797FACD-1B38-4F19-9574-60EC08799718}" srcOrd="2" destOrd="0" presId="urn:microsoft.com/office/officeart/2018/2/layout/IconVerticalSolidList"/>
    <dgm:cxn modelId="{2FC27FCF-6DCE-423C-9336-5CA81ACA7741}" type="presParOf" srcId="{ED3F2165-B63E-4B25-A7B9-4C9356EEB6FA}" destId="{3D846968-0036-4692-B450-76036FAF3725}" srcOrd="3" destOrd="0" presId="urn:microsoft.com/office/officeart/2018/2/layout/IconVerticalSolidList"/>
    <dgm:cxn modelId="{C50231A5-D453-49F9-8CE7-3B6D21F79842}" type="presParOf" srcId="{ED3F2165-B63E-4B25-A7B9-4C9356EEB6FA}" destId="{546ABE49-956B-4456-93CD-1FE71379CD05}" srcOrd="4" destOrd="0" presId="urn:microsoft.com/office/officeart/2018/2/layout/IconVerticalSolidList"/>
    <dgm:cxn modelId="{EDDD97DA-1A84-43E3-B0B3-887D21D35494}" type="presParOf" srcId="{8FF94BF9-039B-4694-AE97-EAF1B3EED5C1}" destId="{85C5FEA9-0143-438A-9BC8-B8FD1985DEF8}" srcOrd="5" destOrd="0" presId="urn:microsoft.com/office/officeart/2018/2/layout/IconVerticalSolidList"/>
    <dgm:cxn modelId="{EEBD8E1A-5605-485F-842B-9BC553D1FA9C}" type="presParOf" srcId="{8FF94BF9-039B-4694-AE97-EAF1B3EED5C1}" destId="{3EA370A2-7CC2-4A64-BE27-E55A73BCB8C3}" srcOrd="6" destOrd="0" presId="urn:microsoft.com/office/officeart/2018/2/layout/IconVerticalSolidList"/>
    <dgm:cxn modelId="{C1B0DA9D-C1B1-4A3A-9642-B67BE87F8878}" type="presParOf" srcId="{3EA370A2-7CC2-4A64-BE27-E55A73BCB8C3}" destId="{69285F5F-2D92-4A75-9762-EA2BE3939BBE}" srcOrd="0" destOrd="0" presId="urn:microsoft.com/office/officeart/2018/2/layout/IconVerticalSolidList"/>
    <dgm:cxn modelId="{3228E4C8-4F45-4CCD-8B79-3C6F6FDE8955}" type="presParOf" srcId="{3EA370A2-7CC2-4A64-BE27-E55A73BCB8C3}" destId="{6C391711-07DA-41B9-8B58-FA2D8F17C0D7}" srcOrd="1" destOrd="0" presId="urn:microsoft.com/office/officeart/2018/2/layout/IconVerticalSolidList"/>
    <dgm:cxn modelId="{6A693032-3BE2-4E63-A050-BAF4D082FBF4}" type="presParOf" srcId="{3EA370A2-7CC2-4A64-BE27-E55A73BCB8C3}" destId="{10A16EAF-953B-41B3-AE62-0C161A2B2D95}" srcOrd="2" destOrd="0" presId="urn:microsoft.com/office/officeart/2018/2/layout/IconVerticalSolidList"/>
    <dgm:cxn modelId="{99E9BB63-F028-4E2E-887D-7CBB1B0637B9}" type="presParOf" srcId="{3EA370A2-7CC2-4A64-BE27-E55A73BCB8C3}" destId="{0998C866-D7C7-464F-AEDD-F9450AD588AC}" srcOrd="3" destOrd="0" presId="urn:microsoft.com/office/officeart/2018/2/layout/IconVerticalSolidList"/>
    <dgm:cxn modelId="{C834FB46-6C97-44A9-8059-DF633338CEB0}" type="presParOf" srcId="{8FF94BF9-039B-4694-AE97-EAF1B3EED5C1}" destId="{03F7F722-A98D-4D37-AAB1-A93AD54A21E1}" srcOrd="7" destOrd="0" presId="urn:microsoft.com/office/officeart/2018/2/layout/IconVerticalSolidList"/>
    <dgm:cxn modelId="{430CAAC0-553F-403E-8D75-E100CA9D9156}" type="presParOf" srcId="{8FF94BF9-039B-4694-AE97-EAF1B3EED5C1}" destId="{ED0F12A8-B29E-4757-9CD5-03499CD0FCF8}" srcOrd="8" destOrd="0" presId="urn:microsoft.com/office/officeart/2018/2/layout/IconVerticalSolidList"/>
    <dgm:cxn modelId="{7BD6A6FE-21FB-40EF-942A-CE67A4A7489A}" type="presParOf" srcId="{ED0F12A8-B29E-4757-9CD5-03499CD0FCF8}" destId="{FA4211AD-8373-4347-BC6D-86E951805214}" srcOrd="0" destOrd="0" presId="urn:microsoft.com/office/officeart/2018/2/layout/IconVerticalSolidList"/>
    <dgm:cxn modelId="{B360252E-85CC-41FA-BA28-F0B670BAC240}" type="presParOf" srcId="{ED0F12A8-B29E-4757-9CD5-03499CD0FCF8}" destId="{653CB23B-349A-4534-BB91-3C6586A88D43}" srcOrd="1" destOrd="0" presId="urn:microsoft.com/office/officeart/2018/2/layout/IconVerticalSolidList"/>
    <dgm:cxn modelId="{35558BA7-B424-4410-BD26-038531E2377C}" type="presParOf" srcId="{ED0F12A8-B29E-4757-9CD5-03499CD0FCF8}" destId="{62E97ADF-8967-4462-A2A2-DF4E0BBEBD0F}" srcOrd="2" destOrd="0" presId="urn:microsoft.com/office/officeart/2018/2/layout/IconVerticalSolidList"/>
    <dgm:cxn modelId="{DC3735C3-8FC6-47C3-8D3C-28BA8BE97EC1}" type="presParOf" srcId="{ED0F12A8-B29E-4757-9CD5-03499CD0FCF8}" destId="{0D69A1A7-15E4-41C9-B027-CC3031EF59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5B880D-D1B5-417E-846D-19A5E57FEF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B64C6C-E447-4E48-8DE6-525D64A8C413}">
      <dgm:prSet/>
      <dgm:spPr/>
      <dgm:t>
        <a:bodyPr/>
        <a:lstStyle/>
        <a:p>
          <a:r>
            <a:rPr lang="en-US"/>
            <a:t>Tambahkan check batas sebelum traversal:</a:t>
          </a:r>
        </a:p>
      </dgm:t>
    </dgm:pt>
    <dgm:pt modelId="{858FA240-76A6-4A78-982D-98D8BB0FC05B}" type="parTrans" cxnId="{184CCB64-8E9D-46C3-9FD9-4B4C2C5EB76A}">
      <dgm:prSet/>
      <dgm:spPr/>
      <dgm:t>
        <a:bodyPr/>
        <a:lstStyle/>
        <a:p>
          <a:endParaRPr lang="en-US"/>
        </a:p>
      </dgm:t>
    </dgm:pt>
    <dgm:pt modelId="{5673480D-7AAA-44A5-8F8B-B519446B710C}" type="sibTrans" cxnId="{184CCB64-8E9D-46C3-9FD9-4B4C2C5EB76A}">
      <dgm:prSet/>
      <dgm:spPr/>
      <dgm:t>
        <a:bodyPr/>
        <a:lstStyle/>
        <a:p>
          <a:endParaRPr lang="en-US"/>
        </a:p>
      </dgm:t>
    </dgm:pt>
    <dgm:pt modelId="{B082D0C7-7736-4D75-B663-5891923D2A90}">
      <dgm:prSet/>
      <dgm:spPr/>
      <dgm:t>
        <a:bodyPr/>
        <a:lstStyle/>
        <a:p>
          <a:r>
            <a:rPr lang="en-US"/>
            <a:t>if target &lt; head.data or target &gt; tail.data:</a:t>
          </a:r>
        </a:p>
      </dgm:t>
    </dgm:pt>
    <dgm:pt modelId="{2FCBDFE3-FA9D-4742-8F08-936A09E1DE22}" type="parTrans" cxnId="{AAD79E11-3991-4B55-8105-F068682984B3}">
      <dgm:prSet/>
      <dgm:spPr/>
      <dgm:t>
        <a:bodyPr/>
        <a:lstStyle/>
        <a:p>
          <a:endParaRPr lang="en-US"/>
        </a:p>
      </dgm:t>
    </dgm:pt>
    <dgm:pt modelId="{35E41C0D-0828-45CE-8C10-076EB1DF5387}" type="sibTrans" cxnId="{AAD79E11-3991-4B55-8105-F068682984B3}">
      <dgm:prSet/>
      <dgm:spPr/>
      <dgm:t>
        <a:bodyPr/>
        <a:lstStyle/>
        <a:p>
          <a:endParaRPr lang="en-US"/>
        </a:p>
      </dgm:t>
    </dgm:pt>
    <dgm:pt modelId="{D5F96F3D-B46B-471D-9343-18FA572FF9AF}">
      <dgm:prSet/>
      <dgm:spPr/>
      <dgm:t>
        <a:bodyPr/>
        <a:lstStyle/>
        <a:p>
          <a:r>
            <a:rPr lang="en-US"/>
            <a:t>return False  # Target pasti tidak ada</a:t>
          </a:r>
        </a:p>
      </dgm:t>
    </dgm:pt>
    <dgm:pt modelId="{97DCCDEC-D8FB-425A-95CE-BC6553D91C1F}" type="parTrans" cxnId="{242B3059-3142-474D-BD7C-EE3395D026E3}">
      <dgm:prSet/>
      <dgm:spPr/>
      <dgm:t>
        <a:bodyPr/>
        <a:lstStyle/>
        <a:p>
          <a:endParaRPr lang="en-US"/>
        </a:p>
      </dgm:t>
    </dgm:pt>
    <dgm:pt modelId="{5E8C3F52-286A-4412-AD41-83BFE4A842F8}" type="sibTrans" cxnId="{242B3059-3142-474D-BD7C-EE3395D026E3}">
      <dgm:prSet/>
      <dgm:spPr/>
      <dgm:t>
        <a:bodyPr/>
        <a:lstStyle/>
        <a:p>
          <a:endParaRPr lang="en-US"/>
        </a:p>
      </dgm:t>
    </dgm:pt>
    <dgm:pt modelId="{4748FEEA-63E3-4F1A-989D-1B32B510835F}">
      <dgm:prSet/>
      <dgm:spPr/>
      <dgm:t>
        <a:bodyPr/>
        <a:lstStyle/>
        <a:p>
          <a:r>
            <a:rPr lang="en-US"/>
            <a:t>Ilustrasi:</a:t>
          </a:r>
        </a:p>
      </dgm:t>
    </dgm:pt>
    <dgm:pt modelId="{47D502D9-A909-4A67-A053-11DB4074EC32}" type="parTrans" cxnId="{1E492CA6-5E93-4F13-81D7-3CC07404EEA1}">
      <dgm:prSet/>
      <dgm:spPr/>
      <dgm:t>
        <a:bodyPr/>
        <a:lstStyle/>
        <a:p>
          <a:endParaRPr lang="en-US"/>
        </a:p>
      </dgm:t>
    </dgm:pt>
    <dgm:pt modelId="{5A52882C-73C3-4B39-AA81-57D345AC20ED}" type="sibTrans" cxnId="{1E492CA6-5E93-4F13-81D7-3CC07404EEA1}">
      <dgm:prSet/>
      <dgm:spPr/>
      <dgm:t>
        <a:bodyPr/>
        <a:lstStyle/>
        <a:p>
          <a:endParaRPr lang="en-US"/>
        </a:p>
      </dgm:t>
    </dgm:pt>
    <dgm:pt modelId="{8FE04690-3E5F-4559-B5E1-465657708C07}">
      <dgm:prSet/>
      <dgm:spPr/>
      <dgm:t>
        <a:bodyPr/>
        <a:lstStyle/>
        <a:p>
          <a:r>
            <a:rPr lang="en-US"/>
            <a:t>List: [10] ↔ [25] ↔ [40] ↔ [60]</a:t>
          </a:r>
        </a:p>
      </dgm:t>
    </dgm:pt>
    <dgm:pt modelId="{4DEB9F2E-44D7-4688-A1BE-BFC484A8359E}" type="parTrans" cxnId="{1E8C2039-9D34-4156-9231-50E71B987591}">
      <dgm:prSet/>
      <dgm:spPr/>
      <dgm:t>
        <a:bodyPr/>
        <a:lstStyle/>
        <a:p>
          <a:endParaRPr lang="en-US"/>
        </a:p>
      </dgm:t>
    </dgm:pt>
    <dgm:pt modelId="{93DFA7D5-B20E-4991-98D4-3A9828D6D2D1}" type="sibTrans" cxnId="{1E8C2039-9D34-4156-9231-50E71B987591}">
      <dgm:prSet/>
      <dgm:spPr/>
      <dgm:t>
        <a:bodyPr/>
        <a:lstStyle/>
        <a:p>
          <a:endParaRPr lang="en-US"/>
        </a:p>
      </dgm:t>
    </dgm:pt>
    <dgm:pt modelId="{547E4C78-9EC6-4665-9B97-80DDD4941041}">
      <dgm:prSet/>
      <dgm:spPr/>
      <dgm:t>
        <a:bodyPr/>
        <a:lstStyle/>
        <a:p>
          <a:r>
            <a:rPr lang="en-US"/>
            <a:t>Search 5 → 5 &lt; 10 → langsung False</a:t>
          </a:r>
        </a:p>
      </dgm:t>
    </dgm:pt>
    <dgm:pt modelId="{588D5075-E85F-4307-BC41-F926037043CF}" type="parTrans" cxnId="{9475B791-3036-4C99-9703-95A5591322C9}">
      <dgm:prSet/>
      <dgm:spPr/>
      <dgm:t>
        <a:bodyPr/>
        <a:lstStyle/>
        <a:p>
          <a:endParaRPr lang="en-US"/>
        </a:p>
      </dgm:t>
    </dgm:pt>
    <dgm:pt modelId="{82D27E77-6B4F-4F08-B9D8-B7BF4C5CF91D}" type="sibTrans" cxnId="{9475B791-3036-4C99-9703-95A5591322C9}">
      <dgm:prSet/>
      <dgm:spPr/>
      <dgm:t>
        <a:bodyPr/>
        <a:lstStyle/>
        <a:p>
          <a:endParaRPr lang="en-US"/>
        </a:p>
      </dgm:t>
    </dgm:pt>
    <dgm:pt modelId="{6A51B6B5-1F6C-4F30-BBF8-7FEE577E0D11}">
      <dgm:prSet/>
      <dgm:spPr/>
      <dgm:t>
        <a:bodyPr/>
        <a:lstStyle/>
        <a:p>
          <a:r>
            <a:rPr lang="en-US"/>
            <a:t>Search 100 → 100 &gt; 60 → langsung False</a:t>
          </a:r>
        </a:p>
      </dgm:t>
    </dgm:pt>
    <dgm:pt modelId="{C7B67A8A-E990-46EE-A3E4-6520A23AA4FB}" type="parTrans" cxnId="{EF52417A-A077-4498-9B8B-E747CCAAE652}">
      <dgm:prSet/>
      <dgm:spPr/>
      <dgm:t>
        <a:bodyPr/>
        <a:lstStyle/>
        <a:p>
          <a:endParaRPr lang="en-US"/>
        </a:p>
      </dgm:t>
    </dgm:pt>
    <dgm:pt modelId="{3DD9B640-9430-4269-A2E7-842BC69E43A3}" type="sibTrans" cxnId="{EF52417A-A077-4498-9B8B-E747CCAAE652}">
      <dgm:prSet/>
      <dgm:spPr/>
      <dgm:t>
        <a:bodyPr/>
        <a:lstStyle/>
        <a:p>
          <a:endParaRPr lang="en-US"/>
        </a:p>
      </dgm:t>
    </dgm:pt>
    <dgm:pt modelId="{017FEF24-8DAE-45BB-A224-53D0442BB924}">
      <dgm:prSet/>
      <dgm:spPr/>
      <dgm:t>
        <a:bodyPr/>
        <a:lstStyle/>
        <a:p>
          <a:r>
            <a:rPr lang="en-US"/>
            <a:t>Efek: Signifikan mengurangi komputasi pada list besar</a:t>
          </a:r>
        </a:p>
      </dgm:t>
    </dgm:pt>
    <dgm:pt modelId="{01FBBA85-E994-48CA-979F-B415286A8CCA}" type="parTrans" cxnId="{5B9185F0-C4C4-4390-B9CC-5A9D3BEC546A}">
      <dgm:prSet/>
      <dgm:spPr/>
      <dgm:t>
        <a:bodyPr/>
        <a:lstStyle/>
        <a:p>
          <a:endParaRPr lang="en-US"/>
        </a:p>
      </dgm:t>
    </dgm:pt>
    <dgm:pt modelId="{A72B6266-D2D2-4B68-9E78-47BBBC9736BE}" type="sibTrans" cxnId="{5B9185F0-C4C4-4390-B9CC-5A9D3BEC546A}">
      <dgm:prSet/>
      <dgm:spPr/>
      <dgm:t>
        <a:bodyPr/>
        <a:lstStyle/>
        <a:p>
          <a:endParaRPr lang="en-US"/>
        </a:p>
      </dgm:t>
    </dgm:pt>
    <dgm:pt modelId="{336E25F2-43F4-4290-BF22-D84D5F18E492}" type="pres">
      <dgm:prSet presAssocID="{CE5B880D-D1B5-417E-846D-19A5E57FEF9F}" presName="linear" presStyleCnt="0">
        <dgm:presLayoutVars>
          <dgm:animLvl val="lvl"/>
          <dgm:resizeHandles val="exact"/>
        </dgm:presLayoutVars>
      </dgm:prSet>
      <dgm:spPr/>
    </dgm:pt>
    <dgm:pt modelId="{929E8D63-1D8E-4743-B7A9-229A39919B9E}" type="pres">
      <dgm:prSet presAssocID="{A6B64C6C-E447-4E48-8DE6-525D64A8C41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AD8906A-8D77-4A64-A88C-FAE113D0B3B6}" type="pres">
      <dgm:prSet presAssocID="{5673480D-7AAA-44A5-8F8B-B519446B710C}" presName="spacer" presStyleCnt="0"/>
      <dgm:spPr/>
    </dgm:pt>
    <dgm:pt modelId="{E9093C08-B19B-4ECD-B7FB-FDA083974D5C}" type="pres">
      <dgm:prSet presAssocID="{B082D0C7-7736-4D75-B663-5891923D2A9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26F84F9A-ED23-4DC7-9EC0-F39B322DD5A1}" type="pres">
      <dgm:prSet presAssocID="{35E41C0D-0828-45CE-8C10-076EB1DF5387}" presName="spacer" presStyleCnt="0"/>
      <dgm:spPr/>
    </dgm:pt>
    <dgm:pt modelId="{19937D67-F236-496F-9068-CBBA6834518D}" type="pres">
      <dgm:prSet presAssocID="{D5F96F3D-B46B-471D-9343-18FA572FF9A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7E40DF7-9207-4FDF-9C79-EFFD5398DA73}" type="pres">
      <dgm:prSet presAssocID="{5E8C3F52-286A-4412-AD41-83BFE4A842F8}" presName="spacer" presStyleCnt="0"/>
      <dgm:spPr/>
    </dgm:pt>
    <dgm:pt modelId="{83AAEFD3-C336-46D7-B485-BCAF51743FA5}" type="pres">
      <dgm:prSet presAssocID="{4748FEEA-63E3-4F1A-989D-1B32B510835F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38DDCE2-7071-49C6-90FA-7A4322B0C454}" type="pres">
      <dgm:prSet presAssocID="{5A52882C-73C3-4B39-AA81-57D345AC20ED}" presName="spacer" presStyleCnt="0"/>
      <dgm:spPr/>
    </dgm:pt>
    <dgm:pt modelId="{A88827CC-B294-4D9E-B64E-7C8C98F93C7A}" type="pres">
      <dgm:prSet presAssocID="{8FE04690-3E5F-4559-B5E1-465657708C0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F341FC5-67F8-440E-838A-2CF48DB03FF1}" type="pres">
      <dgm:prSet presAssocID="{93DFA7D5-B20E-4991-98D4-3A9828D6D2D1}" presName="spacer" presStyleCnt="0"/>
      <dgm:spPr/>
    </dgm:pt>
    <dgm:pt modelId="{4C568798-59A7-4AA8-8DF7-445F4E0FE447}" type="pres">
      <dgm:prSet presAssocID="{547E4C78-9EC6-4665-9B97-80DDD4941041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4BF12AC-DFD7-4830-8A52-90ABD19D9F45}" type="pres">
      <dgm:prSet presAssocID="{82D27E77-6B4F-4F08-B9D8-B7BF4C5CF91D}" presName="spacer" presStyleCnt="0"/>
      <dgm:spPr/>
    </dgm:pt>
    <dgm:pt modelId="{5AE95785-BF4A-41ED-B999-E359FCC3C35D}" type="pres">
      <dgm:prSet presAssocID="{6A51B6B5-1F6C-4F30-BBF8-7FEE577E0D11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6B4B9ACE-45A4-4647-AFCD-1C7545146BF3}" type="pres">
      <dgm:prSet presAssocID="{3DD9B640-9430-4269-A2E7-842BC69E43A3}" presName="spacer" presStyleCnt="0"/>
      <dgm:spPr/>
    </dgm:pt>
    <dgm:pt modelId="{1F0D4211-4FFB-48A7-B65C-B275824CF174}" type="pres">
      <dgm:prSet presAssocID="{017FEF24-8DAE-45BB-A224-53D0442BB92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AD79E11-3991-4B55-8105-F068682984B3}" srcId="{CE5B880D-D1B5-417E-846D-19A5E57FEF9F}" destId="{B082D0C7-7736-4D75-B663-5891923D2A90}" srcOrd="1" destOrd="0" parTransId="{2FCBDFE3-FA9D-4742-8F08-936A09E1DE22}" sibTransId="{35E41C0D-0828-45CE-8C10-076EB1DF5387}"/>
    <dgm:cxn modelId="{DF23231D-C121-4894-ACAD-D6D9F6B2AA0D}" type="presOf" srcId="{547E4C78-9EC6-4665-9B97-80DDD4941041}" destId="{4C568798-59A7-4AA8-8DF7-445F4E0FE447}" srcOrd="0" destOrd="0" presId="urn:microsoft.com/office/officeart/2005/8/layout/vList2"/>
    <dgm:cxn modelId="{0189441E-0818-4BD6-8CB8-08423457A569}" type="presOf" srcId="{017FEF24-8DAE-45BB-A224-53D0442BB924}" destId="{1F0D4211-4FFB-48A7-B65C-B275824CF174}" srcOrd="0" destOrd="0" presId="urn:microsoft.com/office/officeart/2005/8/layout/vList2"/>
    <dgm:cxn modelId="{E3E8CA2B-E34D-445E-96B1-C722D72FFF26}" type="presOf" srcId="{CE5B880D-D1B5-417E-846D-19A5E57FEF9F}" destId="{336E25F2-43F4-4290-BF22-D84D5F18E492}" srcOrd="0" destOrd="0" presId="urn:microsoft.com/office/officeart/2005/8/layout/vList2"/>
    <dgm:cxn modelId="{1E8C2039-9D34-4156-9231-50E71B987591}" srcId="{CE5B880D-D1B5-417E-846D-19A5E57FEF9F}" destId="{8FE04690-3E5F-4559-B5E1-465657708C07}" srcOrd="4" destOrd="0" parTransId="{4DEB9F2E-44D7-4688-A1BE-BFC484A8359E}" sibTransId="{93DFA7D5-B20E-4991-98D4-3A9828D6D2D1}"/>
    <dgm:cxn modelId="{184CCB64-8E9D-46C3-9FD9-4B4C2C5EB76A}" srcId="{CE5B880D-D1B5-417E-846D-19A5E57FEF9F}" destId="{A6B64C6C-E447-4E48-8DE6-525D64A8C413}" srcOrd="0" destOrd="0" parTransId="{858FA240-76A6-4A78-982D-98D8BB0FC05B}" sibTransId="{5673480D-7AAA-44A5-8F8B-B519446B710C}"/>
    <dgm:cxn modelId="{2A449245-741B-4E9F-9521-D78F82510320}" type="presOf" srcId="{8FE04690-3E5F-4559-B5E1-465657708C07}" destId="{A88827CC-B294-4D9E-B64E-7C8C98F93C7A}" srcOrd="0" destOrd="0" presId="urn:microsoft.com/office/officeart/2005/8/layout/vList2"/>
    <dgm:cxn modelId="{AC30D567-B598-414A-9FA9-C113E15B9076}" type="presOf" srcId="{6A51B6B5-1F6C-4F30-BBF8-7FEE577E0D11}" destId="{5AE95785-BF4A-41ED-B999-E359FCC3C35D}" srcOrd="0" destOrd="0" presId="urn:microsoft.com/office/officeart/2005/8/layout/vList2"/>
    <dgm:cxn modelId="{37317B4F-112B-4E71-ABA6-2AD1CC635F5E}" type="presOf" srcId="{4748FEEA-63E3-4F1A-989D-1B32B510835F}" destId="{83AAEFD3-C336-46D7-B485-BCAF51743FA5}" srcOrd="0" destOrd="0" presId="urn:microsoft.com/office/officeart/2005/8/layout/vList2"/>
    <dgm:cxn modelId="{242B3059-3142-474D-BD7C-EE3395D026E3}" srcId="{CE5B880D-D1B5-417E-846D-19A5E57FEF9F}" destId="{D5F96F3D-B46B-471D-9343-18FA572FF9AF}" srcOrd="2" destOrd="0" parTransId="{97DCCDEC-D8FB-425A-95CE-BC6553D91C1F}" sibTransId="{5E8C3F52-286A-4412-AD41-83BFE4A842F8}"/>
    <dgm:cxn modelId="{EF52417A-A077-4498-9B8B-E747CCAAE652}" srcId="{CE5B880D-D1B5-417E-846D-19A5E57FEF9F}" destId="{6A51B6B5-1F6C-4F30-BBF8-7FEE577E0D11}" srcOrd="6" destOrd="0" parTransId="{C7B67A8A-E990-46EE-A3E4-6520A23AA4FB}" sibTransId="{3DD9B640-9430-4269-A2E7-842BC69E43A3}"/>
    <dgm:cxn modelId="{9475B791-3036-4C99-9703-95A5591322C9}" srcId="{CE5B880D-D1B5-417E-846D-19A5E57FEF9F}" destId="{547E4C78-9EC6-4665-9B97-80DDD4941041}" srcOrd="5" destOrd="0" parTransId="{588D5075-E85F-4307-BC41-F926037043CF}" sibTransId="{82D27E77-6B4F-4F08-B9D8-B7BF4C5CF91D}"/>
    <dgm:cxn modelId="{64C7C9A4-B2DB-4E51-9AAF-E3B55AD7BDE6}" type="presOf" srcId="{B082D0C7-7736-4D75-B663-5891923D2A90}" destId="{E9093C08-B19B-4ECD-B7FB-FDA083974D5C}" srcOrd="0" destOrd="0" presId="urn:microsoft.com/office/officeart/2005/8/layout/vList2"/>
    <dgm:cxn modelId="{1E492CA6-5E93-4F13-81D7-3CC07404EEA1}" srcId="{CE5B880D-D1B5-417E-846D-19A5E57FEF9F}" destId="{4748FEEA-63E3-4F1A-989D-1B32B510835F}" srcOrd="3" destOrd="0" parTransId="{47D502D9-A909-4A67-A053-11DB4074EC32}" sibTransId="{5A52882C-73C3-4B39-AA81-57D345AC20ED}"/>
    <dgm:cxn modelId="{4518F5BD-BE68-4843-9970-1409DDA9F4CB}" type="presOf" srcId="{D5F96F3D-B46B-471D-9343-18FA572FF9AF}" destId="{19937D67-F236-496F-9068-CBBA6834518D}" srcOrd="0" destOrd="0" presId="urn:microsoft.com/office/officeart/2005/8/layout/vList2"/>
    <dgm:cxn modelId="{E32BB5EE-0AC5-433A-8E01-B9047F1A8135}" type="presOf" srcId="{A6B64C6C-E447-4E48-8DE6-525D64A8C413}" destId="{929E8D63-1D8E-4743-B7A9-229A39919B9E}" srcOrd="0" destOrd="0" presId="urn:microsoft.com/office/officeart/2005/8/layout/vList2"/>
    <dgm:cxn modelId="{5B9185F0-C4C4-4390-B9CC-5A9D3BEC546A}" srcId="{CE5B880D-D1B5-417E-846D-19A5E57FEF9F}" destId="{017FEF24-8DAE-45BB-A224-53D0442BB924}" srcOrd="7" destOrd="0" parTransId="{01FBBA85-E994-48CA-979F-B415286A8CCA}" sibTransId="{A72B6266-D2D2-4B68-9E78-47BBBC9736BE}"/>
    <dgm:cxn modelId="{AAEF27D7-3A5C-4847-862F-6BEDA2CD8025}" type="presParOf" srcId="{336E25F2-43F4-4290-BF22-D84D5F18E492}" destId="{929E8D63-1D8E-4743-B7A9-229A39919B9E}" srcOrd="0" destOrd="0" presId="urn:microsoft.com/office/officeart/2005/8/layout/vList2"/>
    <dgm:cxn modelId="{E9DA640A-9D7E-4BFF-8C49-13601245DEAE}" type="presParOf" srcId="{336E25F2-43F4-4290-BF22-D84D5F18E492}" destId="{EAD8906A-8D77-4A64-A88C-FAE113D0B3B6}" srcOrd="1" destOrd="0" presId="urn:microsoft.com/office/officeart/2005/8/layout/vList2"/>
    <dgm:cxn modelId="{A0B82352-E311-4F75-8213-50FEB0FDF3F1}" type="presParOf" srcId="{336E25F2-43F4-4290-BF22-D84D5F18E492}" destId="{E9093C08-B19B-4ECD-B7FB-FDA083974D5C}" srcOrd="2" destOrd="0" presId="urn:microsoft.com/office/officeart/2005/8/layout/vList2"/>
    <dgm:cxn modelId="{AD1C38E7-9529-4FCD-9D23-98B200D8F419}" type="presParOf" srcId="{336E25F2-43F4-4290-BF22-D84D5F18E492}" destId="{26F84F9A-ED23-4DC7-9EC0-F39B322DD5A1}" srcOrd="3" destOrd="0" presId="urn:microsoft.com/office/officeart/2005/8/layout/vList2"/>
    <dgm:cxn modelId="{49ACBA86-E6F2-4ED9-A531-935F994C9F59}" type="presParOf" srcId="{336E25F2-43F4-4290-BF22-D84D5F18E492}" destId="{19937D67-F236-496F-9068-CBBA6834518D}" srcOrd="4" destOrd="0" presId="urn:microsoft.com/office/officeart/2005/8/layout/vList2"/>
    <dgm:cxn modelId="{B1F51C97-DC07-4E14-B893-3C11B8D04E03}" type="presParOf" srcId="{336E25F2-43F4-4290-BF22-D84D5F18E492}" destId="{87E40DF7-9207-4FDF-9C79-EFFD5398DA73}" srcOrd="5" destOrd="0" presId="urn:microsoft.com/office/officeart/2005/8/layout/vList2"/>
    <dgm:cxn modelId="{05B748CA-9E29-44ED-B01C-B17F0BC1763D}" type="presParOf" srcId="{336E25F2-43F4-4290-BF22-D84D5F18E492}" destId="{83AAEFD3-C336-46D7-B485-BCAF51743FA5}" srcOrd="6" destOrd="0" presId="urn:microsoft.com/office/officeart/2005/8/layout/vList2"/>
    <dgm:cxn modelId="{7DC3552F-69E9-4118-AA56-932C6170CEA6}" type="presParOf" srcId="{336E25F2-43F4-4290-BF22-D84D5F18E492}" destId="{138DDCE2-7071-49C6-90FA-7A4322B0C454}" srcOrd="7" destOrd="0" presId="urn:microsoft.com/office/officeart/2005/8/layout/vList2"/>
    <dgm:cxn modelId="{AC48ADB8-7B0F-43A4-8316-8B9986D2A992}" type="presParOf" srcId="{336E25F2-43F4-4290-BF22-D84D5F18E492}" destId="{A88827CC-B294-4D9E-B64E-7C8C98F93C7A}" srcOrd="8" destOrd="0" presId="urn:microsoft.com/office/officeart/2005/8/layout/vList2"/>
    <dgm:cxn modelId="{B968602A-7C0E-4C7D-91F7-9314B5151D5D}" type="presParOf" srcId="{336E25F2-43F4-4290-BF22-D84D5F18E492}" destId="{BF341FC5-67F8-440E-838A-2CF48DB03FF1}" srcOrd="9" destOrd="0" presId="urn:microsoft.com/office/officeart/2005/8/layout/vList2"/>
    <dgm:cxn modelId="{8AC68F5C-639A-4FA2-B79F-3C1E1F3C7845}" type="presParOf" srcId="{336E25F2-43F4-4290-BF22-D84D5F18E492}" destId="{4C568798-59A7-4AA8-8DF7-445F4E0FE447}" srcOrd="10" destOrd="0" presId="urn:microsoft.com/office/officeart/2005/8/layout/vList2"/>
    <dgm:cxn modelId="{41667A04-35ED-4F87-BE72-157DDC193326}" type="presParOf" srcId="{336E25F2-43F4-4290-BF22-D84D5F18E492}" destId="{94BF12AC-DFD7-4830-8A52-90ABD19D9F45}" srcOrd="11" destOrd="0" presId="urn:microsoft.com/office/officeart/2005/8/layout/vList2"/>
    <dgm:cxn modelId="{DC6008EE-9DAB-417E-9A67-851EB4D9B6F7}" type="presParOf" srcId="{336E25F2-43F4-4290-BF22-D84D5F18E492}" destId="{5AE95785-BF4A-41ED-B999-E359FCC3C35D}" srcOrd="12" destOrd="0" presId="urn:microsoft.com/office/officeart/2005/8/layout/vList2"/>
    <dgm:cxn modelId="{245E74DA-2971-4DCF-8341-DE71B6277E2E}" type="presParOf" srcId="{336E25F2-43F4-4290-BF22-D84D5F18E492}" destId="{6B4B9ACE-45A4-4647-AFCD-1C7545146BF3}" srcOrd="13" destOrd="0" presId="urn:microsoft.com/office/officeart/2005/8/layout/vList2"/>
    <dgm:cxn modelId="{CD519698-6DB4-4692-A870-6681CDCD01CA}" type="presParOf" srcId="{336E25F2-43F4-4290-BF22-D84D5F18E492}" destId="{1F0D4211-4FFB-48A7-B65C-B275824CF17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0E6D36-FCD4-4DCF-8073-E33EBFBC91A3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25491F0-3F22-4E80-8C7F-F8B62B3256D1}">
      <dgm:prSet/>
      <dgm:spPr/>
      <dgm:t>
        <a:bodyPr/>
        <a:lstStyle/>
        <a:p>
          <a:r>
            <a:rPr lang="en-US"/>
            <a:t>List</a:t>
          </a:r>
        </a:p>
      </dgm:t>
    </dgm:pt>
    <dgm:pt modelId="{DE73A658-566C-4886-A167-71ECACAC7563}" type="parTrans" cxnId="{D4ADBFB0-FAD9-4895-BA60-9E85507D4D50}">
      <dgm:prSet/>
      <dgm:spPr/>
      <dgm:t>
        <a:bodyPr/>
        <a:lstStyle/>
        <a:p>
          <a:endParaRPr lang="en-US"/>
        </a:p>
      </dgm:t>
    </dgm:pt>
    <dgm:pt modelId="{681713AC-31CA-405D-90C5-DD61546F0152}" type="sibTrans" cxnId="{D4ADBFB0-FAD9-4895-BA60-9E85507D4D50}">
      <dgm:prSet/>
      <dgm:spPr/>
      <dgm:t>
        <a:bodyPr/>
        <a:lstStyle/>
        <a:p>
          <a:endParaRPr lang="en-US"/>
        </a:p>
      </dgm:t>
    </dgm:pt>
    <dgm:pt modelId="{1E3F7815-A3AC-4E2F-B5D6-6DCB5ACAAA0A}">
      <dgm:prSet/>
      <dgm:spPr/>
      <dgm:t>
        <a:bodyPr/>
        <a:lstStyle/>
        <a:p>
          <a:r>
            <a:rPr lang="en-US"/>
            <a:t>Kasus 1: List kosong → head = tail = newNode</a:t>
          </a:r>
        </a:p>
      </dgm:t>
    </dgm:pt>
    <dgm:pt modelId="{5A464D33-298A-4B52-94B7-7E25AB0DD301}" type="parTrans" cxnId="{CFCBD429-51D8-4772-B4C4-13EF52DFE736}">
      <dgm:prSet/>
      <dgm:spPr/>
      <dgm:t>
        <a:bodyPr/>
        <a:lstStyle/>
        <a:p>
          <a:endParaRPr lang="en-US"/>
        </a:p>
      </dgm:t>
    </dgm:pt>
    <dgm:pt modelId="{B11EA8E6-3FBE-451D-A59B-C0FB65BD7655}" type="sibTrans" cxnId="{CFCBD429-51D8-4772-B4C4-13EF52DFE736}">
      <dgm:prSet/>
      <dgm:spPr/>
      <dgm:t>
        <a:bodyPr/>
        <a:lstStyle/>
        <a:p>
          <a:endParaRPr lang="en-US"/>
        </a:p>
      </dgm:t>
    </dgm:pt>
    <dgm:pt modelId="{0ABD9AFC-7729-4169-8B57-E41870F6A70A}">
      <dgm:prSet/>
      <dgm:spPr/>
      <dgm:t>
        <a:bodyPr/>
        <a:lstStyle/>
        <a:p>
          <a:r>
            <a:rPr lang="en-US"/>
            <a:t>Insert</a:t>
          </a:r>
        </a:p>
      </dgm:t>
    </dgm:pt>
    <dgm:pt modelId="{B18950A2-C593-43A1-A885-DC0FD213A242}" type="parTrans" cxnId="{6FCB66EB-0303-4016-BEC8-D037675565DC}">
      <dgm:prSet/>
      <dgm:spPr/>
      <dgm:t>
        <a:bodyPr/>
        <a:lstStyle/>
        <a:p>
          <a:endParaRPr lang="en-US"/>
        </a:p>
      </dgm:t>
    </dgm:pt>
    <dgm:pt modelId="{6710B70D-DAA4-4E07-B736-D560428ADB7B}" type="sibTrans" cxnId="{6FCB66EB-0303-4016-BEC8-D037675565DC}">
      <dgm:prSet/>
      <dgm:spPr/>
      <dgm:t>
        <a:bodyPr/>
        <a:lstStyle/>
        <a:p>
          <a:endParaRPr lang="en-US"/>
        </a:p>
      </dgm:t>
    </dgm:pt>
    <dgm:pt modelId="{081193C2-0B7A-4F3E-B46E-7A19E9F51978}">
      <dgm:prSet/>
      <dgm:spPr/>
      <dgm:t>
        <a:bodyPr/>
        <a:lstStyle/>
        <a:p>
          <a:r>
            <a:rPr lang="en-US"/>
            <a:t>Kasus 2: Insert di depan (value &lt; head.data)</a:t>
          </a:r>
        </a:p>
      </dgm:t>
    </dgm:pt>
    <dgm:pt modelId="{6BEF7AC3-5DF9-48FF-A062-A5B367212C04}" type="parTrans" cxnId="{F8B15931-5FE4-4305-8981-E0394D473A4E}">
      <dgm:prSet/>
      <dgm:spPr/>
      <dgm:t>
        <a:bodyPr/>
        <a:lstStyle/>
        <a:p>
          <a:endParaRPr lang="en-US"/>
        </a:p>
      </dgm:t>
    </dgm:pt>
    <dgm:pt modelId="{A1DC9BF8-9C5E-49C4-A229-3D11BEA3C86D}" type="sibTrans" cxnId="{F8B15931-5FE4-4305-8981-E0394D473A4E}">
      <dgm:prSet/>
      <dgm:spPr/>
      <dgm:t>
        <a:bodyPr/>
        <a:lstStyle/>
        <a:p>
          <a:endParaRPr lang="en-US"/>
        </a:p>
      </dgm:t>
    </dgm:pt>
    <dgm:pt modelId="{F78F9C28-24E2-4A0D-B5BF-B691CB94341D}">
      <dgm:prSet/>
      <dgm:spPr/>
      <dgm:t>
        <a:bodyPr/>
        <a:lstStyle/>
        <a:p>
          <a:r>
            <a:rPr lang="en-US"/>
            <a:t>newNode.next = head</a:t>
          </a:r>
        </a:p>
      </dgm:t>
    </dgm:pt>
    <dgm:pt modelId="{323164F2-9DC5-41E7-A8EE-24056427DCCD}" type="parTrans" cxnId="{AD8F08C2-A379-4EDD-821F-1D7305DF970D}">
      <dgm:prSet/>
      <dgm:spPr/>
      <dgm:t>
        <a:bodyPr/>
        <a:lstStyle/>
        <a:p>
          <a:endParaRPr lang="en-US"/>
        </a:p>
      </dgm:t>
    </dgm:pt>
    <dgm:pt modelId="{C8787764-2CC6-4F1B-8399-735B70EF692F}" type="sibTrans" cxnId="{AD8F08C2-A379-4EDD-821F-1D7305DF970D}">
      <dgm:prSet/>
      <dgm:spPr/>
      <dgm:t>
        <a:bodyPr/>
        <a:lstStyle/>
        <a:p>
          <a:endParaRPr lang="en-US"/>
        </a:p>
      </dgm:t>
    </dgm:pt>
    <dgm:pt modelId="{5DBA0EE6-DCD8-4767-8E40-04A20A987264}">
      <dgm:prSet/>
      <dgm:spPr/>
      <dgm:t>
        <a:bodyPr/>
        <a:lstStyle/>
        <a:p>
          <a:r>
            <a:rPr lang="en-US"/>
            <a:t>head.prev = newNode</a:t>
          </a:r>
        </a:p>
      </dgm:t>
    </dgm:pt>
    <dgm:pt modelId="{42A6FEEC-1304-4663-9682-0ABEB5564B0B}" type="parTrans" cxnId="{EA66C695-AE23-485F-927A-7934F9BF50B1}">
      <dgm:prSet/>
      <dgm:spPr/>
      <dgm:t>
        <a:bodyPr/>
        <a:lstStyle/>
        <a:p>
          <a:endParaRPr lang="en-US"/>
        </a:p>
      </dgm:t>
    </dgm:pt>
    <dgm:pt modelId="{267E1F2F-CE38-4D78-8072-10F6CD4D5F49}" type="sibTrans" cxnId="{EA66C695-AE23-485F-927A-7934F9BF50B1}">
      <dgm:prSet/>
      <dgm:spPr/>
      <dgm:t>
        <a:bodyPr/>
        <a:lstStyle/>
        <a:p>
          <a:endParaRPr lang="en-US"/>
        </a:p>
      </dgm:t>
    </dgm:pt>
    <dgm:pt modelId="{B3276F2D-B0FE-4967-B693-D57E79FE89F7}">
      <dgm:prSet/>
      <dgm:spPr/>
      <dgm:t>
        <a:bodyPr/>
        <a:lstStyle/>
        <a:p>
          <a:r>
            <a:rPr lang="en-US"/>
            <a:t>head = newNode</a:t>
          </a:r>
        </a:p>
      </dgm:t>
    </dgm:pt>
    <dgm:pt modelId="{57B0ABCA-657B-4111-AC79-0B9E24121330}" type="parTrans" cxnId="{FAED4383-F103-4EF6-AC4C-F0E3A88A1702}">
      <dgm:prSet/>
      <dgm:spPr/>
      <dgm:t>
        <a:bodyPr/>
        <a:lstStyle/>
        <a:p>
          <a:endParaRPr lang="en-US"/>
        </a:p>
      </dgm:t>
    </dgm:pt>
    <dgm:pt modelId="{BB8D4665-E059-44AA-85F0-7B2F6D2F0CBC}" type="sibTrans" cxnId="{FAED4383-F103-4EF6-AC4C-F0E3A88A1702}">
      <dgm:prSet/>
      <dgm:spPr/>
      <dgm:t>
        <a:bodyPr/>
        <a:lstStyle/>
        <a:p>
          <a:endParaRPr lang="en-US"/>
        </a:p>
      </dgm:t>
    </dgm:pt>
    <dgm:pt modelId="{49C91B2D-1EA1-4757-8D44-875B05D5E47F}">
      <dgm:prSet/>
      <dgm:spPr/>
      <dgm:t>
        <a:bodyPr/>
        <a:lstStyle/>
        <a:p>
          <a:r>
            <a:rPr lang="en-US"/>
            <a:t>Insert</a:t>
          </a:r>
        </a:p>
      </dgm:t>
    </dgm:pt>
    <dgm:pt modelId="{EEF11A45-0488-419E-A757-B37996D563E1}" type="parTrans" cxnId="{B347E923-85AF-46E7-92FD-32A9850B91C8}">
      <dgm:prSet/>
      <dgm:spPr/>
      <dgm:t>
        <a:bodyPr/>
        <a:lstStyle/>
        <a:p>
          <a:endParaRPr lang="en-US"/>
        </a:p>
      </dgm:t>
    </dgm:pt>
    <dgm:pt modelId="{BB1331A3-38AC-4D86-AC0B-30B57F83C2C8}" type="sibTrans" cxnId="{B347E923-85AF-46E7-92FD-32A9850B91C8}">
      <dgm:prSet/>
      <dgm:spPr/>
      <dgm:t>
        <a:bodyPr/>
        <a:lstStyle/>
        <a:p>
          <a:endParaRPr lang="en-US"/>
        </a:p>
      </dgm:t>
    </dgm:pt>
    <dgm:pt modelId="{AF59DE18-D766-4335-9F94-95352D7DAB64}">
      <dgm:prSet/>
      <dgm:spPr/>
      <dgm:t>
        <a:bodyPr/>
        <a:lstStyle/>
        <a:p>
          <a:r>
            <a:rPr lang="en-US"/>
            <a:t>Kasus 3: Insert di belakang (value &gt; tail.data)</a:t>
          </a:r>
        </a:p>
      </dgm:t>
    </dgm:pt>
    <dgm:pt modelId="{775EEA48-5451-40F4-9077-38767FE351E3}" type="parTrans" cxnId="{4EB29689-F59F-4702-AB30-FD5EB3AE6935}">
      <dgm:prSet/>
      <dgm:spPr/>
      <dgm:t>
        <a:bodyPr/>
        <a:lstStyle/>
        <a:p>
          <a:endParaRPr lang="en-US"/>
        </a:p>
      </dgm:t>
    </dgm:pt>
    <dgm:pt modelId="{D1B33DDC-17AB-4A47-BF9B-27BA1A8F30C4}" type="sibTrans" cxnId="{4EB29689-F59F-4702-AB30-FD5EB3AE6935}">
      <dgm:prSet/>
      <dgm:spPr/>
      <dgm:t>
        <a:bodyPr/>
        <a:lstStyle/>
        <a:p>
          <a:endParaRPr lang="en-US"/>
        </a:p>
      </dgm:t>
    </dgm:pt>
    <dgm:pt modelId="{4DAEF856-D16D-4A67-8B75-F603CD8C93A8}">
      <dgm:prSet/>
      <dgm:spPr/>
      <dgm:t>
        <a:bodyPr/>
        <a:lstStyle/>
        <a:p>
          <a:r>
            <a:rPr lang="en-US"/>
            <a:t>Insert</a:t>
          </a:r>
        </a:p>
      </dgm:t>
    </dgm:pt>
    <dgm:pt modelId="{7A732238-B99E-40A2-8F3B-5A8C680122AA}" type="parTrans" cxnId="{7432E1C3-341C-4D9E-BDD1-F8CEB68EB976}">
      <dgm:prSet/>
      <dgm:spPr/>
      <dgm:t>
        <a:bodyPr/>
        <a:lstStyle/>
        <a:p>
          <a:endParaRPr lang="en-US"/>
        </a:p>
      </dgm:t>
    </dgm:pt>
    <dgm:pt modelId="{19938DDF-E1B3-4B5F-ABFF-716976A0A68E}" type="sibTrans" cxnId="{7432E1C3-341C-4D9E-BDD1-F8CEB68EB976}">
      <dgm:prSet/>
      <dgm:spPr/>
      <dgm:t>
        <a:bodyPr/>
        <a:lstStyle/>
        <a:p>
          <a:endParaRPr lang="en-US"/>
        </a:p>
      </dgm:t>
    </dgm:pt>
    <dgm:pt modelId="{07A73238-7A41-4114-B809-9BDD50209DF9}">
      <dgm:prSet/>
      <dgm:spPr/>
      <dgm:t>
        <a:bodyPr/>
        <a:lstStyle/>
        <a:p>
          <a:r>
            <a:rPr lang="en-US"/>
            <a:t>Kasus 4: Insert di tengah (manipulasi 4 link)</a:t>
          </a:r>
        </a:p>
      </dgm:t>
    </dgm:pt>
    <dgm:pt modelId="{FA1ACCB5-20CC-4349-BACC-7352B5D33787}" type="parTrans" cxnId="{A1A80C2A-9657-4F1D-94D5-A17295D15242}">
      <dgm:prSet/>
      <dgm:spPr/>
      <dgm:t>
        <a:bodyPr/>
        <a:lstStyle/>
        <a:p>
          <a:endParaRPr lang="en-US"/>
        </a:p>
      </dgm:t>
    </dgm:pt>
    <dgm:pt modelId="{CEA9D0F2-1F2F-4044-86DB-10C2C0BA35F1}" type="sibTrans" cxnId="{A1A80C2A-9657-4F1D-94D5-A17295D15242}">
      <dgm:prSet/>
      <dgm:spPr/>
      <dgm:t>
        <a:bodyPr/>
        <a:lstStyle/>
        <a:p>
          <a:endParaRPr lang="en-US"/>
        </a:p>
      </dgm:t>
    </dgm:pt>
    <dgm:pt modelId="{2594F1EB-50BC-4E95-8135-1C1848A4F450}" type="pres">
      <dgm:prSet presAssocID="{F40E6D36-FCD4-4DCF-8073-E33EBFBC91A3}" presName="Name0" presStyleCnt="0">
        <dgm:presLayoutVars>
          <dgm:dir/>
          <dgm:animLvl val="lvl"/>
          <dgm:resizeHandles val="exact"/>
        </dgm:presLayoutVars>
      </dgm:prSet>
      <dgm:spPr/>
    </dgm:pt>
    <dgm:pt modelId="{706723A7-4CB7-49E2-8825-75F4C6E4060A}" type="pres">
      <dgm:prSet presAssocID="{E25491F0-3F22-4E80-8C7F-F8B62B3256D1}" presName="linNode" presStyleCnt="0"/>
      <dgm:spPr/>
    </dgm:pt>
    <dgm:pt modelId="{24EB01EF-B95F-43C9-95B8-6ADE3EA579BA}" type="pres">
      <dgm:prSet presAssocID="{E25491F0-3F22-4E80-8C7F-F8B62B3256D1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9FD61EA-C323-4A38-807B-BD05B84CFBA5}" type="pres">
      <dgm:prSet presAssocID="{E25491F0-3F22-4E80-8C7F-F8B62B3256D1}" presName="descendantText" presStyleLbl="alignAccFollowNode1" presStyleIdx="0" presStyleCnt="4">
        <dgm:presLayoutVars>
          <dgm:bulletEnabled/>
        </dgm:presLayoutVars>
      </dgm:prSet>
      <dgm:spPr/>
    </dgm:pt>
    <dgm:pt modelId="{D6B47472-D619-4584-8527-F2B09E7D8FC5}" type="pres">
      <dgm:prSet presAssocID="{681713AC-31CA-405D-90C5-DD61546F0152}" presName="sp" presStyleCnt="0"/>
      <dgm:spPr/>
    </dgm:pt>
    <dgm:pt modelId="{E81AE1FA-ABC6-4A4B-AC52-B33205E1A195}" type="pres">
      <dgm:prSet presAssocID="{0ABD9AFC-7729-4169-8B57-E41870F6A70A}" presName="linNode" presStyleCnt="0"/>
      <dgm:spPr/>
    </dgm:pt>
    <dgm:pt modelId="{7218E3E3-639F-4542-8E0B-4B12251517D1}" type="pres">
      <dgm:prSet presAssocID="{0ABD9AFC-7729-4169-8B57-E41870F6A70A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17D1CDF8-9F60-450D-8B4A-D6B241EBF58F}" type="pres">
      <dgm:prSet presAssocID="{0ABD9AFC-7729-4169-8B57-E41870F6A70A}" presName="descendantText" presStyleLbl="alignAccFollowNode1" presStyleIdx="1" presStyleCnt="4">
        <dgm:presLayoutVars>
          <dgm:bulletEnabled/>
        </dgm:presLayoutVars>
      </dgm:prSet>
      <dgm:spPr/>
    </dgm:pt>
    <dgm:pt modelId="{6907DB90-0DC3-4ED2-A8F6-6BD61AAF056C}" type="pres">
      <dgm:prSet presAssocID="{6710B70D-DAA4-4E07-B736-D560428ADB7B}" presName="sp" presStyleCnt="0"/>
      <dgm:spPr/>
    </dgm:pt>
    <dgm:pt modelId="{F7BF0BCB-5990-42F0-8636-4458285B95BD}" type="pres">
      <dgm:prSet presAssocID="{49C91B2D-1EA1-4757-8D44-875B05D5E47F}" presName="linNode" presStyleCnt="0"/>
      <dgm:spPr/>
    </dgm:pt>
    <dgm:pt modelId="{09838788-09BB-4AAC-9E73-8793264AE6D7}" type="pres">
      <dgm:prSet presAssocID="{49C91B2D-1EA1-4757-8D44-875B05D5E47F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C19BE09C-8F1C-41C2-886C-D8ED9ABD16C7}" type="pres">
      <dgm:prSet presAssocID="{49C91B2D-1EA1-4757-8D44-875B05D5E47F}" presName="descendantText" presStyleLbl="alignAccFollowNode1" presStyleIdx="2" presStyleCnt="4">
        <dgm:presLayoutVars>
          <dgm:bulletEnabled/>
        </dgm:presLayoutVars>
      </dgm:prSet>
      <dgm:spPr/>
    </dgm:pt>
    <dgm:pt modelId="{5F8848F8-1C26-42EC-8810-E6EC79D853AD}" type="pres">
      <dgm:prSet presAssocID="{BB1331A3-38AC-4D86-AC0B-30B57F83C2C8}" presName="sp" presStyleCnt="0"/>
      <dgm:spPr/>
    </dgm:pt>
    <dgm:pt modelId="{486EEC0E-F4F3-4430-89DD-137B348C1742}" type="pres">
      <dgm:prSet presAssocID="{4DAEF856-D16D-4A67-8B75-F603CD8C93A8}" presName="linNode" presStyleCnt="0"/>
      <dgm:spPr/>
    </dgm:pt>
    <dgm:pt modelId="{5FD19F9D-35B2-45D3-A68C-8DC6B6D3C721}" type="pres">
      <dgm:prSet presAssocID="{4DAEF856-D16D-4A67-8B75-F603CD8C93A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4BB5783F-6EEE-44B1-8E8C-83CF747A7FD5}" type="pres">
      <dgm:prSet presAssocID="{4DAEF856-D16D-4A67-8B75-F603CD8C93A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F4AF0F00-9996-4651-B3D2-255CD191A677}" type="presOf" srcId="{F40E6D36-FCD4-4DCF-8073-E33EBFBC91A3}" destId="{2594F1EB-50BC-4E95-8135-1C1848A4F450}" srcOrd="0" destOrd="0" presId="urn:microsoft.com/office/officeart/2016/7/layout/VerticalSolidActionList"/>
    <dgm:cxn modelId="{B347E923-85AF-46E7-92FD-32A9850B91C8}" srcId="{F40E6D36-FCD4-4DCF-8073-E33EBFBC91A3}" destId="{49C91B2D-1EA1-4757-8D44-875B05D5E47F}" srcOrd="2" destOrd="0" parTransId="{EEF11A45-0488-419E-A757-B37996D563E1}" sibTransId="{BB1331A3-38AC-4D86-AC0B-30B57F83C2C8}"/>
    <dgm:cxn modelId="{EE06DB25-8C36-42F3-9B2A-8B86976ECACB}" type="presOf" srcId="{0ABD9AFC-7729-4169-8B57-E41870F6A70A}" destId="{7218E3E3-639F-4542-8E0B-4B12251517D1}" srcOrd="0" destOrd="0" presId="urn:microsoft.com/office/officeart/2016/7/layout/VerticalSolidActionList"/>
    <dgm:cxn modelId="{CFCBD429-51D8-4772-B4C4-13EF52DFE736}" srcId="{E25491F0-3F22-4E80-8C7F-F8B62B3256D1}" destId="{1E3F7815-A3AC-4E2F-B5D6-6DCB5ACAAA0A}" srcOrd="0" destOrd="0" parTransId="{5A464D33-298A-4B52-94B7-7E25AB0DD301}" sibTransId="{B11EA8E6-3FBE-451D-A59B-C0FB65BD7655}"/>
    <dgm:cxn modelId="{A1A80C2A-9657-4F1D-94D5-A17295D15242}" srcId="{4DAEF856-D16D-4A67-8B75-F603CD8C93A8}" destId="{07A73238-7A41-4114-B809-9BDD50209DF9}" srcOrd="0" destOrd="0" parTransId="{FA1ACCB5-20CC-4349-BACC-7352B5D33787}" sibTransId="{CEA9D0F2-1F2F-4044-86DB-10C2C0BA35F1}"/>
    <dgm:cxn modelId="{F8B15931-5FE4-4305-8981-E0394D473A4E}" srcId="{0ABD9AFC-7729-4169-8B57-E41870F6A70A}" destId="{081193C2-0B7A-4F3E-B46E-7A19E9F51978}" srcOrd="0" destOrd="0" parTransId="{6BEF7AC3-5DF9-48FF-A062-A5B367212C04}" sibTransId="{A1DC9BF8-9C5E-49C4-A229-3D11BEA3C86D}"/>
    <dgm:cxn modelId="{271C4462-FED7-4D05-AB77-61208AECE1C9}" type="presOf" srcId="{49C91B2D-1EA1-4757-8D44-875B05D5E47F}" destId="{09838788-09BB-4AAC-9E73-8793264AE6D7}" srcOrd="0" destOrd="0" presId="urn:microsoft.com/office/officeart/2016/7/layout/VerticalSolidActionList"/>
    <dgm:cxn modelId="{A20C9555-83BB-4FB4-B945-B9A8088D84BB}" type="presOf" srcId="{B3276F2D-B0FE-4967-B693-D57E79FE89F7}" destId="{17D1CDF8-9F60-450D-8B4A-D6B241EBF58F}" srcOrd="0" destOrd="3" presId="urn:microsoft.com/office/officeart/2016/7/layout/VerticalSolidActionList"/>
    <dgm:cxn modelId="{7D17BB56-620C-4A50-A5B9-7073E5B757B9}" type="presOf" srcId="{AF59DE18-D766-4335-9F94-95352D7DAB64}" destId="{C19BE09C-8F1C-41C2-886C-D8ED9ABD16C7}" srcOrd="0" destOrd="0" presId="urn:microsoft.com/office/officeart/2016/7/layout/VerticalSolidActionList"/>
    <dgm:cxn modelId="{FAED4383-F103-4EF6-AC4C-F0E3A88A1702}" srcId="{081193C2-0B7A-4F3E-B46E-7A19E9F51978}" destId="{B3276F2D-B0FE-4967-B693-D57E79FE89F7}" srcOrd="2" destOrd="0" parTransId="{57B0ABCA-657B-4111-AC79-0B9E24121330}" sibTransId="{BB8D4665-E059-44AA-85F0-7B2F6D2F0CBC}"/>
    <dgm:cxn modelId="{4EB29689-F59F-4702-AB30-FD5EB3AE6935}" srcId="{49C91B2D-1EA1-4757-8D44-875B05D5E47F}" destId="{AF59DE18-D766-4335-9F94-95352D7DAB64}" srcOrd="0" destOrd="0" parTransId="{775EEA48-5451-40F4-9077-38767FE351E3}" sibTransId="{D1B33DDC-17AB-4A47-BF9B-27BA1A8F30C4}"/>
    <dgm:cxn modelId="{F2AFA38D-9E81-4C2E-8767-5694CF5BE675}" type="presOf" srcId="{1E3F7815-A3AC-4E2F-B5D6-6DCB5ACAAA0A}" destId="{19FD61EA-C323-4A38-807B-BD05B84CFBA5}" srcOrd="0" destOrd="0" presId="urn:microsoft.com/office/officeart/2016/7/layout/VerticalSolidActionList"/>
    <dgm:cxn modelId="{EA66C695-AE23-485F-927A-7934F9BF50B1}" srcId="{081193C2-0B7A-4F3E-B46E-7A19E9F51978}" destId="{5DBA0EE6-DCD8-4767-8E40-04A20A987264}" srcOrd="1" destOrd="0" parTransId="{42A6FEEC-1304-4663-9682-0ABEB5564B0B}" sibTransId="{267E1F2F-CE38-4D78-8072-10F6CD4D5F49}"/>
    <dgm:cxn modelId="{EC8BEB9C-AF16-4EF7-BC16-BAFCD2ABC723}" type="presOf" srcId="{E25491F0-3F22-4E80-8C7F-F8B62B3256D1}" destId="{24EB01EF-B95F-43C9-95B8-6ADE3EA579BA}" srcOrd="0" destOrd="0" presId="urn:microsoft.com/office/officeart/2016/7/layout/VerticalSolidActionList"/>
    <dgm:cxn modelId="{D4ADBFB0-FAD9-4895-BA60-9E85507D4D50}" srcId="{F40E6D36-FCD4-4DCF-8073-E33EBFBC91A3}" destId="{E25491F0-3F22-4E80-8C7F-F8B62B3256D1}" srcOrd="0" destOrd="0" parTransId="{DE73A658-566C-4886-A167-71ECACAC7563}" sibTransId="{681713AC-31CA-405D-90C5-DD61546F0152}"/>
    <dgm:cxn modelId="{E83A37BB-5F7C-41F8-8A0D-5890D26DEFC0}" type="presOf" srcId="{5DBA0EE6-DCD8-4767-8E40-04A20A987264}" destId="{17D1CDF8-9F60-450D-8B4A-D6B241EBF58F}" srcOrd="0" destOrd="2" presId="urn:microsoft.com/office/officeart/2016/7/layout/VerticalSolidActionList"/>
    <dgm:cxn modelId="{AD8F08C2-A379-4EDD-821F-1D7305DF970D}" srcId="{081193C2-0B7A-4F3E-B46E-7A19E9F51978}" destId="{F78F9C28-24E2-4A0D-B5BF-B691CB94341D}" srcOrd="0" destOrd="0" parTransId="{323164F2-9DC5-41E7-A8EE-24056427DCCD}" sibTransId="{C8787764-2CC6-4F1B-8399-735B70EF692F}"/>
    <dgm:cxn modelId="{7432E1C3-341C-4D9E-BDD1-F8CEB68EB976}" srcId="{F40E6D36-FCD4-4DCF-8073-E33EBFBC91A3}" destId="{4DAEF856-D16D-4A67-8B75-F603CD8C93A8}" srcOrd="3" destOrd="0" parTransId="{7A732238-B99E-40A2-8F3B-5A8C680122AA}" sibTransId="{19938DDF-E1B3-4B5F-ABFF-716976A0A68E}"/>
    <dgm:cxn modelId="{46C4B3C4-9D46-419D-9173-BBF70ECDCF5B}" type="presOf" srcId="{081193C2-0B7A-4F3E-B46E-7A19E9F51978}" destId="{17D1CDF8-9F60-450D-8B4A-D6B241EBF58F}" srcOrd="0" destOrd="0" presId="urn:microsoft.com/office/officeart/2016/7/layout/VerticalSolidActionList"/>
    <dgm:cxn modelId="{18E10FC5-F8C7-43DB-9687-1AFC8F63C077}" type="presOf" srcId="{F78F9C28-24E2-4A0D-B5BF-B691CB94341D}" destId="{17D1CDF8-9F60-450D-8B4A-D6B241EBF58F}" srcOrd="0" destOrd="1" presId="urn:microsoft.com/office/officeart/2016/7/layout/VerticalSolidActionList"/>
    <dgm:cxn modelId="{422903C8-EDF2-4089-81B3-5608E291BA9A}" type="presOf" srcId="{4DAEF856-D16D-4A67-8B75-F603CD8C93A8}" destId="{5FD19F9D-35B2-45D3-A68C-8DC6B6D3C721}" srcOrd="0" destOrd="0" presId="urn:microsoft.com/office/officeart/2016/7/layout/VerticalSolidActionList"/>
    <dgm:cxn modelId="{6FCB66EB-0303-4016-BEC8-D037675565DC}" srcId="{F40E6D36-FCD4-4DCF-8073-E33EBFBC91A3}" destId="{0ABD9AFC-7729-4169-8B57-E41870F6A70A}" srcOrd="1" destOrd="0" parTransId="{B18950A2-C593-43A1-A885-DC0FD213A242}" sibTransId="{6710B70D-DAA4-4E07-B736-D560428ADB7B}"/>
    <dgm:cxn modelId="{4AC2E9F4-3E4D-4B72-AFA0-A175A90D749A}" type="presOf" srcId="{07A73238-7A41-4114-B809-9BDD50209DF9}" destId="{4BB5783F-6EEE-44B1-8E8C-83CF747A7FD5}" srcOrd="0" destOrd="0" presId="urn:microsoft.com/office/officeart/2016/7/layout/VerticalSolidActionList"/>
    <dgm:cxn modelId="{FB02E48B-78D2-44CA-BA08-34E12385DE0F}" type="presParOf" srcId="{2594F1EB-50BC-4E95-8135-1C1848A4F450}" destId="{706723A7-4CB7-49E2-8825-75F4C6E4060A}" srcOrd="0" destOrd="0" presId="urn:microsoft.com/office/officeart/2016/7/layout/VerticalSolidActionList"/>
    <dgm:cxn modelId="{F6C3EF6A-E6A8-45E9-B82A-5B99F24DF846}" type="presParOf" srcId="{706723A7-4CB7-49E2-8825-75F4C6E4060A}" destId="{24EB01EF-B95F-43C9-95B8-6ADE3EA579BA}" srcOrd="0" destOrd="0" presId="urn:microsoft.com/office/officeart/2016/7/layout/VerticalSolidActionList"/>
    <dgm:cxn modelId="{4240B63B-E624-4179-AD52-4EAF2639ABC9}" type="presParOf" srcId="{706723A7-4CB7-49E2-8825-75F4C6E4060A}" destId="{19FD61EA-C323-4A38-807B-BD05B84CFBA5}" srcOrd="1" destOrd="0" presId="urn:microsoft.com/office/officeart/2016/7/layout/VerticalSolidActionList"/>
    <dgm:cxn modelId="{41E8943D-E1DA-4CD6-857B-4B855D04182C}" type="presParOf" srcId="{2594F1EB-50BC-4E95-8135-1C1848A4F450}" destId="{D6B47472-D619-4584-8527-F2B09E7D8FC5}" srcOrd="1" destOrd="0" presId="urn:microsoft.com/office/officeart/2016/7/layout/VerticalSolidActionList"/>
    <dgm:cxn modelId="{80E2661D-157C-4BA4-89A6-CC47D985C6C6}" type="presParOf" srcId="{2594F1EB-50BC-4E95-8135-1C1848A4F450}" destId="{E81AE1FA-ABC6-4A4B-AC52-B33205E1A195}" srcOrd="2" destOrd="0" presId="urn:microsoft.com/office/officeart/2016/7/layout/VerticalSolidActionList"/>
    <dgm:cxn modelId="{7E529D0D-795F-4F4C-9B73-59CA56E5FA22}" type="presParOf" srcId="{E81AE1FA-ABC6-4A4B-AC52-B33205E1A195}" destId="{7218E3E3-639F-4542-8E0B-4B12251517D1}" srcOrd="0" destOrd="0" presId="urn:microsoft.com/office/officeart/2016/7/layout/VerticalSolidActionList"/>
    <dgm:cxn modelId="{DE11302D-C344-4561-AC89-519635E9F8A2}" type="presParOf" srcId="{E81AE1FA-ABC6-4A4B-AC52-B33205E1A195}" destId="{17D1CDF8-9F60-450D-8B4A-D6B241EBF58F}" srcOrd="1" destOrd="0" presId="urn:microsoft.com/office/officeart/2016/7/layout/VerticalSolidActionList"/>
    <dgm:cxn modelId="{339E6602-2B5B-459C-96F0-3B61BFA02109}" type="presParOf" srcId="{2594F1EB-50BC-4E95-8135-1C1848A4F450}" destId="{6907DB90-0DC3-4ED2-A8F6-6BD61AAF056C}" srcOrd="3" destOrd="0" presId="urn:microsoft.com/office/officeart/2016/7/layout/VerticalSolidActionList"/>
    <dgm:cxn modelId="{8AB28FAB-FC26-4DB9-AF4F-134A61E0A8F4}" type="presParOf" srcId="{2594F1EB-50BC-4E95-8135-1C1848A4F450}" destId="{F7BF0BCB-5990-42F0-8636-4458285B95BD}" srcOrd="4" destOrd="0" presId="urn:microsoft.com/office/officeart/2016/7/layout/VerticalSolidActionList"/>
    <dgm:cxn modelId="{4B423160-A8E4-4414-BCA3-557688435E61}" type="presParOf" srcId="{F7BF0BCB-5990-42F0-8636-4458285B95BD}" destId="{09838788-09BB-4AAC-9E73-8793264AE6D7}" srcOrd="0" destOrd="0" presId="urn:microsoft.com/office/officeart/2016/7/layout/VerticalSolidActionList"/>
    <dgm:cxn modelId="{56952B67-7109-455C-A118-49BFD04C302D}" type="presParOf" srcId="{F7BF0BCB-5990-42F0-8636-4458285B95BD}" destId="{C19BE09C-8F1C-41C2-886C-D8ED9ABD16C7}" srcOrd="1" destOrd="0" presId="urn:microsoft.com/office/officeart/2016/7/layout/VerticalSolidActionList"/>
    <dgm:cxn modelId="{21324381-E6F0-40E0-A626-24A749864562}" type="presParOf" srcId="{2594F1EB-50BC-4E95-8135-1C1848A4F450}" destId="{5F8848F8-1C26-42EC-8810-E6EC79D853AD}" srcOrd="5" destOrd="0" presId="urn:microsoft.com/office/officeart/2016/7/layout/VerticalSolidActionList"/>
    <dgm:cxn modelId="{5F63A9B1-0005-4E7B-B2C4-BDE9E1EDAAE2}" type="presParOf" srcId="{2594F1EB-50BC-4E95-8135-1C1848A4F450}" destId="{486EEC0E-F4F3-4430-89DD-137B348C1742}" srcOrd="6" destOrd="0" presId="urn:microsoft.com/office/officeart/2016/7/layout/VerticalSolidActionList"/>
    <dgm:cxn modelId="{C80E5806-D3A3-47BE-B8A1-94A61D75B7F7}" type="presParOf" srcId="{486EEC0E-F4F3-4430-89DD-137B348C1742}" destId="{5FD19F9D-35B2-45D3-A68C-8DC6B6D3C721}" srcOrd="0" destOrd="0" presId="urn:microsoft.com/office/officeart/2016/7/layout/VerticalSolidActionList"/>
    <dgm:cxn modelId="{A0BCC2FC-CF03-484C-9A27-29897B4A58EF}" type="presParOf" srcId="{486EEC0E-F4F3-4430-89DD-137B348C1742}" destId="{4BB5783F-6EEE-44B1-8E8C-83CF747A7FD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94283E4-4D98-4AD8-88FA-CA9E8B82E97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8891D8D-84BA-4FD0-B6D9-D56F1E757EC8}">
      <dgm:prSet/>
      <dgm:spPr/>
      <dgm:t>
        <a:bodyPr/>
        <a:lstStyle/>
        <a:p>
          <a:r>
            <a:rPr lang="en-US" b="1"/>
            <a:t>Sebelum: [A] ↔ [B] ↔ [C]</a:t>
          </a:r>
          <a:endParaRPr lang="en-US"/>
        </a:p>
      </dgm:t>
    </dgm:pt>
    <dgm:pt modelId="{9168CC87-88DA-4172-9781-52278348A4A4}" type="parTrans" cxnId="{AED6C232-14F0-48B6-967B-768901D51C56}">
      <dgm:prSet/>
      <dgm:spPr/>
      <dgm:t>
        <a:bodyPr/>
        <a:lstStyle/>
        <a:p>
          <a:endParaRPr lang="en-US"/>
        </a:p>
      </dgm:t>
    </dgm:pt>
    <dgm:pt modelId="{6278700A-D50C-4254-AA88-E3E9576D3B27}" type="sibTrans" cxnId="{AED6C232-14F0-48B6-967B-768901D51C56}">
      <dgm:prSet/>
      <dgm:spPr/>
      <dgm:t>
        <a:bodyPr/>
        <a:lstStyle/>
        <a:p>
          <a:endParaRPr lang="en-US"/>
        </a:p>
      </dgm:t>
    </dgm:pt>
    <dgm:pt modelId="{4BC5D3AD-BB5E-49BB-87E6-106A082FB457}">
      <dgm:prSet/>
      <dgm:spPr/>
      <dgm:t>
        <a:bodyPr/>
        <a:lstStyle/>
        <a:p>
          <a:r>
            <a:rPr lang="en-US" b="1"/>
            <a:t>Insert X sebelum B:</a:t>
          </a:r>
          <a:endParaRPr lang="en-US"/>
        </a:p>
      </dgm:t>
    </dgm:pt>
    <dgm:pt modelId="{33460602-0546-459B-90F7-4C8478F4940A}" type="parTrans" cxnId="{5B86A582-8D38-4393-BB46-0EF0F117B93A}">
      <dgm:prSet/>
      <dgm:spPr/>
      <dgm:t>
        <a:bodyPr/>
        <a:lstStyle/>
        <a:p>
          <a:endParaRPr lang="en-US"/>
        </a:p>
      </dgm:t>
    </dgm:pt>
    <dgm:pt modelId="{FF2FC985-4CBD-4453-8DF1-02C312D142B7}" type="sibTrans" cxnId="{5B86A582-8D38-4393-BB46-0EF0F117B93A}">
      <dgm:prSet/>
      <dgm:spPr/>
      <dgm:t>
        <a:bodyPr/>
        <a:lstStyle/>
        <a:p>
          <a:endParaRPr lang="en-US"/>
        </a:p>
      </dgm:t>
    </dgm:pt>
    <dgm:pt modelId="{C8844523-3906-4E52-A444-7464FA40FEA2}">
      <dgm:prSet/>
      <dgm:spPr/>
      <dgm:t>
        <a:bodyPr/>
        <a:lstStyle/>
        <a:p>
          <a:r>
            <a:rPr lang="en-US" b="1"/>
            <a:t>1. X.next = B</a:t>
          </a:r>
          <a:endParaRPr lang="en-US"/>
        </a:p>
      </dgm:t>
    </dgm:pt>
    <dgm:pt modelId="{816B775D-85C7-41AE-AAD5-BDBFCBD3B5E8}" type="parTrans" cxnId="{851A85EA-EF01-4E47-A0BC-9247BC2F42EB}">
      <dgm:prSet/>
      <dgm:spPr/>
      <dgm:t>
        <a:bodyPr/>
        <a:lstStyle/>
        <a:p>
          <a:endParaRPr lang="en-US"/>
        </a:p>
      </dgm:t>
    </dgm:pt>
    <dgm:pt modelId="{C5BF117C-23CE-4446-B377-A399F09C1A40}" type="sibTrans" cxnId="{851A85EA-EF01-4E47-A0BC-9247BC2F42EB}">
      <dgm:prSet/>
      <dgm:spPr/>
      <dgm:t>
        <a:bodyPr/>
        <a:lstStyle/>
        <a:p>
          <a:endParaRPr lang="en-US"/>
        </a:p>
      </dgm:t>
    </dgm:pt>
    <dgm:pt modelId="{D08ECEF5-E95B-46B4-96B9-F03AC3A6F9E7}">
      <dgm:prSet/>
      <dgm:spPr/>
      <dgm:t>
        <a:bodyPr/>
        <a:lstStyle/>
        <a:p>
          <a:r>
            <a:rPr lang="en-US" b="1"/>
            <a:t>2. X.prev = A</a:t>
          </a:r>
          <a:endParaRPr lang="en-US"/>
        </a:p>
      </dgm:t>
    </dgm:pt>
    <dgm:pt modelId="{DE75ADD5-4E11-47B5-8B61-3C9F6AB6E1D6}" type="parTrans" cxnId="{CD550926-07F3-4B9F-B9CC-83E4EDAE1CF4}">
      <dgm:prSet/>
      <dgm:spPr/>
      <dgm:t>
        <a:bodyPr/>
        <a:lstStyle/>
        <a:p>
          <a:endParaRPr lang="en-US"/>
        </a:p>
      </dgm:t>
    </dgm:pt>
    <dgm:pt modelId="{12BEC136-4C79-49E5-9C78-B3670AF41B1F}" type="sibTrans" cxnId="{CD550926-07F3-4B9F-B9CC-83E4EDAE1CF4}">
      <dgm:prSet/>
      <dgm:spPr/>
      <dgm:t>
        <a:bodyPr/>
        <a:lstStyle/>
        <a:p>
          <a:endParaRPr lang="en-US"/>
        </a:p>
      </dgm:t>
    </dgm:pt>
    <dgm:pt modelId="{0470E338-A15E-41A7-8A7F-A7AA8B680091}">
      <dgm:prSet/>
      <dgm:spPr/>
      <dgm:t>
        <a:bodyPr/>
        <a:lstStyle/>
        <a:p>
          <a:r>
            <a:rPr lang="en-US" b="1"/>
            <a:t>3. A.next = X</a:t>
          </a:r>
          <a:endParaRPr lang="en-US"/>
        </a:p>
      </dgm:t>
    </dgm:pt>
    <dgm:pt modelId="{C6EB87D2-42CB-4C22-A0DF-A1AE49C18A0A}" type="parTrans" cxnId="{4E2C463D-262C-42B9-B1D9-75DA08E838C8}">
      <dgm:prSet/>
      <dgm:spPr/>
      <dgm:t>
        <a:bodyPr/>
        <a:lstStyle/>
        <a:p>
          <a:endParaRPr lang="en-US"/>
        </a:p>
      </dgm:t>
    </dgm:pt>
    <dgm:pt modelId="{EEC2D07E-EFD9-4782-A151-6B26B5A572C5}" type="sibTrans" cxnId="{4E2C463D-262C-42B9-B1D9-75DA08E838C8}">
      <dgm:prSet/>
      <dgm:spPr/>
      <dgm:t>
        <a:bodyPr/>
        <a:lstStyle/>
        <a:p>
          <a:endParaRPr lang="en-US"/>
        </a:p>
      </dgm:t>
    </dgm:pt>
    <dgm:pt modelId="{778B2703-AA42-4E31-AC4E-38ABBF037CEE}">
      <dgm:prSet/>
      <dgm:spPr/>
      <dgm:t>
        <a:bodyPr/>
        <a:lstStyle/>
        <a:p>
          <a:r>
            <a:rPr lang="en-US" b="1"/>
            <a:t>4. B.prev = X</a:t>
          </a:r>
          <a:endParaRPr lang="en-US"/>
        </a:p>
      </dgm:t>
    </dgm:pt>
    <dgm:pt modelId="{DA4428B7-EF80-4F1A-987C-01EEE265C0BE}" type="parTrans" cxnId="{CC4B0E1D-BD61-49A7-97C3-0D64BDC3DDBC}">
      <dgm:prSet/>
      <dgm:spPr/>
      <dgm:t>
        <a:bodyPr/>
        <a:lstStyle/>
        <a:p>
          <a:endParaRPr lang="en-US"/>
        </a:p>
      </dgm:t>
    </dgm:pt>
    <dgm:pt modelId="{8E8C95BD-B539-433F-9478-21DAD58A6F46}" type="sibTrans" cxnId="{CC4B0E1D-BD61-49A7-97C3-0D64BDC3DDBC}">
      <dgm:prSet/>
      <dgm:spPr/>
      <dgm:t>
        <a:bodyPr/>
        <a:lstStyle/>
        <a:p>
          <a:endParaRPr lang="en-US"/>
        </a:p>
      </dgm:t>
    </dgm:pt>
    <dgm:pt modelId="{76C6A848-F5F4-45DF-9F63-EE9B84D63DD2}">
      <dgm:prSet/>
      <dgm:spPr/>
      <dgm:t>
        <a:bodyPr/>
        <a:lstStyle/>
        <a:p>
          <a:r>
            <a:rPr lang="en-US" b="1"/>
            <a:t>Hasil: [A] ↔ [X] ↔ [B] ↔ [C]</a:t>
          </a:r>
          <a:endParaRPr lang="en-US"/>
        </a:p>
      </dgm:t>
    </dgm:pt>
    <dgm:pt modelId="{3ED98D4C-EF06-4717-A728-221F260C92EA}" type="parTrans" cxnId="{D6E33C1D-6AE2-4120-9539-25BBAE413FED}">
      <dgm:prSet/>
      <dgm:spPr/>
      <dgm:t>
        <a:bodyPr/>
        <a:lstStyle/>
        <a:p>
          <a:endParaRPr lang="en-US"/>
        </a:p>
      </dgm:t>
    </dgm:pt>
    <dgm:pt modelId="{4D33653B-DC62-4C19-BED4-0929AF74D303}" type="sibTrans" cxnId="{D6E33C1D-6AE2-4120-9539-25BBAE413FED}">
      <dgm:prSet/>
      <dgm:spPr/>
      <dgm:t>
        <a:bodyPr/>
        <a:lstStyle/>
        <a:p>
          <a:endParaRPr lang="en-US"/>
        </a:p>
      </dgm:t>
    </dgm:pt>
    <dgm:pt modelId="{831E7EF9-E11E-4D4E-929E-1D8CBF7C46BE}">
      <dgm:prSet/>
      <dgm:spPr/>
      <dgm:t>
        <a:bodyPr/>
        <a:lstStyle/>
        <a:p>
          <a:r>
            <a:rPr lang="en-US" b="1"/>
            <a:t>⚠️ Urutan operasi penting untuk hindari lost reference</a:t>
          </a:r>
          <a:endParaRPr lang="en-US"/>
        </a:p>
      </dgm:t>
    </dgm:pt>
    <dgm:pt modelId="{93B41C37-F0C1-4091-B926-CBE2D3687669}" type="parTrans" cxnId="{8D7564BD-F7EB-42F5-B94A-027CF090FE3D}">
      <dgm:prSet/>
      <dgm:spPr/>
      <dgm:t>
        <a:bodyPr/>
        <a:lstStyle/>
        <a:p>
          <a:endParaRPr lang="en-US"/>
        </a:p>
      </dgm:t>
    </dgm:pt>
    <dgm:pt modelId="{0D1D5D18-5FB9-4A94-9CAB-5EB610AAA4FB}" type="sibTrans" cxnId="{8D7564BD-F7EB-42F5-B94A-027CF090FE3D}">
      <dgm:prSet/>
      <dgm:spPr/>
      <dgm:t>
        <a:bodyPr/>
        <a:lstStyle/>
        <a:p>
          <a:endParaRPr lang="en-US"/>
        </a:p>
      </dgm:t>
    </dgm:pt>
    <dgm:pt modelId="{38C2A4B7-0B44-407A-92B0-7ACB2C22FB6A}" type="pres">
      <dgm:prSet presAssocID="{994283E4-4D98-4AD8-88FA-CA9E8B82E97A}" presName="linear" presStyleCnt="0">
        <dgm:presLayoutVars>
          <dgm:animLvl val="lvl"/>
          <dgm:resizeHandles val="exact"/>
        </dgm:presLayoutVars>
      </dgm:prSet>
      <dgm:spPr/>
    </dgm:pt>
    <dgm:pt modelId="{EEB4B2F0-830C-437E-B6BB-C22CC473427E}" type="pres">
      <dgm:prSet presAssocID="{D8891D8D-84BA-4FD0-B6D9-D56F1E757EC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7BF18352-BC62-4D27-BA5F-03BF43564FDC}" type="pres">
      <dgm:prSet presAssocID="{6278700A-D50C-4254-AA88-E3E9576D3B27}" presName="spacer" presStyleCnt="0"/>
      <dgm:spPr/>
    </dgm:pt>
    <dgm:pt modelId="{81E07982-7604-4185-845B-ADE57CB2D8D1}" type="pres">
      <dgm:prSet presAssocID="{4BC5D3AD-BB5E-49BB-87E6-106A082FB457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5C83861-5920-4810-ADD9-9D708C6F3006}" type="pres">
      <dgm:prSet presAssocID="{FF2FC985-4CBD-4453-8DF1-02C312D142B7}" presName="spacer" presStyleCnt="0"/>
      <dgm:spPr/>
    </dgm:pt>
    <dgm:pt modelId="{1593353A-FA45-4135-A204-35FE3F1E348F}" type="pres">
      <dgm:prSet presAssocID="{C8844523-3906-4E52-A444-7464FA40FEA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FEA8FC5-07EE-491D-B1C7-4AB2137A6804}" type="pres">
      <dgm:prSet presAssocID="{C5BF117C-23CE-4446-B377-A399F09C1A40}" presName="spacer" presStyleCnt="0"/>
      <dgm:spPr/>
    </dgm:pt>
    <dgm:pt modelId="{9AA22B41-6CDC-4C67-8E38-5D62E6FCA524}" type="pres">
      <dgm:prSet presAssocID="{D08ECEF5-E95B-46B4-96B9-F03AC3A6F9E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C444B45-C1E3-4654-ADCE-B2AD60324D44}" type="pres">
      <dgm:prSet presAssocID="{12BEC136-4C79-49E5-9C78-B3670AF41B1F}" presName="spacer" presStyleCnt="0"/>
      <dgm:spPr/>
    </dgm:pt>
    <dgm:pt modelId="{E336940D-F487-4CFE-839E-8F0B84C06BFE}" type="pres">
      <dgm:prSet presAssocID="{0470E338-A15E-41A7-8A7F-A7AA8B68009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E577BFB-AABA-476B-9B3B-C140457ED9B8}" type="pres">
      <dgm:prSet presAssocID="{EEC2D07E-EFD9-4782-A151-6B26B5A572C5}" presName="spacer" presStyleCnt="0"/>
      <dgm:spPr/>
    </dgm:pt>
    <dgm:pt modelId="{9A81CFE0-59A3-42DD-8289-054C48202E11}" type="pres">
      <dgm:prSet presAssocID="{778B2703-AA42-4E31-AC4E-38ABBF037CEE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28FC130-C210-4315-B150-6F8D4ADD35B5}" type="pres">
      <dgm:prSet presAssocID="{8E8C95BD-B539-433F-9478-21DAD58A6F46}" presName="spacer" presStyleCnt="0"/>
      <dgm:spPr/>
    </dgm:pt>
    <dgm:pt modelId="{919FB220-0704-4AD8-9CFD-365D901088ED}" type="pres">
      <dgm:prSet presAssocID="{76C6A848-F5F4-45DF-9F63-EE9B84D63DD2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5EEDC8F-485F-4678-B1D7-059C4A4456D3}" type="pres">
      <dgm:prSet presAssocID="{4D33653B-DC62-4C19-BED4-0929AF74D303}" presName="spacer" presStyleCnt="0"/>
      <dgm:spPr/>
    </dgm:pt>
    <dgm:pt modelId="{EF48C69E-0D66-4895-9F3B-EB09119310FC}" type="pres">
      <dgm:prSet presAssocID="{831E7EF9-E11E-4D4E-929E-1D8CBF7C46B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CC4B0E1D-BD61-49A7-97C3-0D64BDC3DDBC}" srcId="{994283E4-4D98-4AD8-88FA-CA9E8B82E97A}" destId="{778B2703-AA42-4E31-AC4E-38ABBF037CEE}" srcOrd="5" destOrd="0" parTransId="{DA4428B7-EF80-4F1A-987C-01EEE265C0BE}" sibTransId="{8E8C95BD-B539-433F-9478-21DAD58A6F46}"/>
    <dgm:cxn modelId="{D6E33C1D-6AE2-4120-9539-25BBAE413FED}" srcId="{994283E4-4D98-4AD8-88FA-CA9E8B82E97A}" destId="{76C6A848-F5F4-45DF-9F63-EE9B84D63DD2}" srcOrd="6" destOrd="0" parTransId="{3ED98D4C-EF06-4717-A728-221F260C92EA}" sibTransId="{4D33653B-DC62-4C19-BED4-0929AF74D303}"/>
    <dgm:cxn modelId="{CD550926-07F3-4B9F-B9CC-83E4EDAE1CF4}" srcId="{994283E4-4D98-4AD8-88FA-CA9E8B82E97A}" destId="{D08ECEF5-E95B-46B4-96B9-F03AC3A6F9E7}" srcOrd="3" destOrd="0" parTransId="{DE75ADD5-4E11-47B5-8B61-3C9F6AB6E1D6}" sibTransId="{12BEC136-4C79-49E5-9C78-B3670AF41B1F}"/>
    <dgm:cxn modelId="{AED6C232-14F0-48B6-967B-768901D51C56}" srcId="{994283E4-4D98-4AD8-88FA-CA9E8B82E97A}" destId="{D8891D8D-84BA-4FD0-B6D9-D56F1E757EC8}" srcOrd="0" destOrd="0" parTransId="{9168CC87-88DA-4172-9781-52278348A4A4}" sibTransId="{6278700A-D50C-4254-AA88-E3E9576D3B27}"/>
    <dgm:cxn modelId="{4E2C463D-262C-42B9-B1D9-75DA08E838C8}" srcId="{994283E4-4D98-4AD8-88FA-CA9E8B82E97A}" destId="{0470E338-A15E-41A7-8A7F-A7AA8B680091}" srcOrd="4" destOrd="0" parTransId="{C6EB87D2-42CB-4C22-A0DF-A1AE49C18A0A}" sibTransId="{EEC2D07E-EFD9-4782-A151-6B26B5A572C5}"/>
    <dgm:cxn modelId="{D1A59280-3505-4ECC-8AC8-A31682525DF8}" type="presOf" srcId="{76C6A848-F5F4-45DF-9F63-EE9B84D63DD2}" destId="{919FB220-0704-4AD8-9CFD-365D901088ED}" srcOrd="0" destOrd="0" presId="urn:microsoft.com/office/officeart/2005/8/layout/vList2"/>
    <dgm:cxn modelId="{5B86A582-8D38-4393-BB46-0EF0F117B93A}" srcId="{994283E4-4D98-4AD8-88FA-CA9E8B82E97A}" destId="{4BC5D3AD-BB5E-49BB-87E6-106A082FB457}" srcOrd="1" destOrd="0" parTransId="{33460602-0546-459B-90F7-4C8478F4940A}" sibTransId="{FF2FC985-4CBD-4453-8DF1-02C312D142B7}"/>
    <dgm:cxn modelId="{C4043E84-4456-4803-AF6F-682C345DA4D0}" type="presOf" srcId="{D08ECEF5-E95B-46B4-96B9-F03AC3A6F9E7}" destId="{9AA22B41-6CDC-4C67-8E38-5D62E6FCA524}" srcOrd="0" destOrd="0" presId="urn:microsoft.com/office/officeart/2005/8/layout/vList2"/>
    <dgm:cxn modelId="{45840786-4A74-445C-8B32-A5CDD7B84344}" type="presOf" srcId="{D8891D8D-84BA-4FD0-B6D9-D56F1E757EC8}" destId="{EEB4B2F0-830C-437E-B6BB-C22CC473427E}" srcOrd="0" destOrd="0" presId="urn:microsoft.com/office/officeart/2005/8/layout/vList2"/>
    <dgm:cxn modelId="{70C94B9A-C1A3-4D1E-BC2C-28B57FCA704F}" type="presOf" srcId="{994283E4-4D98-4AD8-88FA-CA9E8B82E97A}" destId="{38C2A4B7-0B44-407A-92B0-7ACB2C22FB6A}" srcOrd="0" destOrd="0" presId="urn:microsoft.com/office/officeart/2005/8/layout/vList2"/>
    <dgm:cxn modelId="{08B2249E-4240-4E85-B478-2D2D80670DC9}" type="presOf" srcId="{0470E338-A15E-41A7-8A7F-A7AA8B680091}" destId="{E336940D-F487-4CFE-839E-8F0B84C06BFE}" srcOrd="0" destOrd="0" presId="urn:microsoft.com/office/officeart/2005/8/layout/vList2"/>
    <dgm:cxn modelId="{4218DDA3-8F9B-47F1-A91C-143A0F27B67A}" type="presOf" srcId="{C8844523-3906-4E52-A444-7464FA40FEA2}" destId="{1593353A-FA45-4135-A204-35FE3F1E348F}" srcOrd="0" destOrd="0" presId="urn:microsoft.com/office/officeart/2005/8/layout/vList2"/>
    <dgm:cxn modelId="{8D7564BD-F7EB-42F5-B94A-027CF090FE3D}" srcId="{994283E4-4D98-4AD8-88FA-CA9E8B82E97A}" destId="{831E7EF9-E11E-4D4E-929E-1D8CBF7C46BE}" srcOrd="7" destOrd="0" parTransId="{93B41C37-F0C1-4091-B926-CBE2D3687669}" sibTransId="{0D1D5D18-5FB9-4A94-9CAB-5EB610AAA4FB}"/>
    <dgm:cxn modelId="{40E2FACE-E859-46BB-BDF1-8733CAC979BC}" type="presOf" srcId="{4BC5D3AD-BB5E-49BB-87E6-106A082FB457}" destId="{81E07982-7604-4185-845B-ADE57CB2D8D1}" srcOrd="0" destOrd="0" presId="urn:microsoft.com/office/officeart/2005/8/layout/vList2"/>
    <dgm:cxn modelId="{851A85EA-EF01-4E47-A0BC-9247BC2F42EB}" srcId="{994283E4-4D98-4AD8-88FA-CA9E8B82E97A}" destId="{C8844523-3906-4E52-A444-7464FA40FEA2}" srcOrd="2" destOrd="0" parTransId="{816B775D-85C7-41AE-AAD5-BDBFCBD3B5E8}" sibTransId="{C5BF117C-23CE-4446-B377-A399F09C1A40}"/>
    <dgm:cxn modelId="{CF0C2AEE-AFCB-439D-8DF9-F87C37469E1D}" type="presOf" srcId="{831E7EF9-E11E-4D4E-929E-1D8CBF7C46BE}" destId="{EF48C69E-0D66-4895-9F3B-EB09119310FC}" srcOrd="0" destOrd="0" presId="urn:microsoft.com/office/officeart/2005/8/layout/vList2"/>
    <dgm:cxn modelId="{599431FE-E911-460C-A013-5370657F83F9}" type="presOf" srcId="{778B2703-AA42-4E31-AC4E-38ABBF037CEE}" destId="{9A81CFE0-59A3-42DD-8289-054C48202E11}" srcOrd="0" destOrd="0" presId="urn:microsoft.com/office/officeart/2005/8/layout/vList2"/>
    <dgm:cxn modelId="{10B6F4A6-8679-4143-AA9A-CCF5385A3A84}" type="presParOf" srcId="{38C2A4B7-0B44-407A-92B0-7ACB2C22FB6A}" destId="{EEB4B2F0-830C-437E-B6BB-C22CC473427E}" srcOrd="0" destOrd="0" presId="urn:microsoft.com/office/officeart/2005/8/layout/vList2"/>
    <dgm:cxn modelId="{47152C51-769A-441E-B382-C69111DEE710}" type="presParOf" srcId="{38C2A4B7-0B44-407A-92B0-7ACB2C22FB6A}" destId="{7BF18352-BC62-4D27-BA5F-03BF43564FDC}" srcOrd="1" destOrd="0" presId="urn:microsoft.com/office/officeart/2005/8/layout/vList2"/>
    <dgm:cxn modelId="{CE81AA23-368A-451B-B5AB-924299AE8E30}" type="presParOf" srcId="{38C2A4B7-0B44-407A-92B0-7ACB2C22FB6A}" destId="{81E07982-7604-4185-845B-ADE57CB2D8D1}" srcOrd="2" destOrd="0" presId="urn:microsoft.com/office/officeart/2005/8/layout/vList2"/>
    <dgm:cxn modelId="{BB26B3F2-F307-4937-9FF0-37C926F49B9A}" type="presParOf" srcId="{38C2A4B7-0B44-407A-92B0-7ACB2C22FB6A}" destId="{F5C83861-5920-4810-ADD9-9D708C6F3006}" srcOrd="3" destOrd="0" presId="urn:microsoft.com/office/officeart/2005/8/layout/vList2"/>
    <dgm:cxn modelId="{928C7FFE-FF18-4383-BB98-CCEF32ECB9EB}" type="presParOf" srcId="{38C2A4B7-0B44-407A-92B0-7ACB2C22FB6A}" destId="{1593353A-FA45-4135-A204-35FE3F1E348F}" srcOrd="4" destOrd="0" presId="urn:microsoft.com/office/officeart/2005/8/layout/vList2"/>
    <dgm:cxn modelId="{C6824CCB-12F4-4CFE-83E8-E57968A5ABDA}" type="presParOf" srcId="{38C2A4B7-0B44-407A-92B0-7ACB2C22FB6A}" destId="{AFEA8FC5-07EE-491D-B1C7-4AB2137A6804}" srcOrd="5" destOrd="0" presId="urn:microsoft.com/office/officeart/2005/8/layout/vList2"/>
    <dgm:cxn modelId="{A9A6747D-23AD-4511-882F-D4D050A968A3}" type="presParOf" srcId="{38C2A4B7-0B44-407A-92B0-7ACB2C22FB6A}" destId="{9AA22B41-6CDC-4C67-8E38-5D62E6FCA524}" srcOrd="6" destOrd="0" presId="urn:microsoft.com/office/officeart/2005/8/layout/vList2"/>
    <dgm:cxn modelId="{A9FCCD9E-4939-4A34-8B2A-1E48A7AB05E7}" type="presParOf" srcId="{38C2A4B7-0B44-407A-92B0-7ACB2C22FB6A}" destId="{AC444B45-C1E3-4654-ADCE-B2AD60324D44}" srcOrd="7" destOrd="0" presId="urn:microsoft.com/office/officeart/2005/8/layout/vList2"/>
    <dgm:cxn modelId="{58F193ED-79C1-4912-99BD-3000810FEC63}" type="presParOf" srcId="{38C2A4B7-0B44-407A-92B0-7ACB2C22FB6A}" destId="{E336940D-F487-4CFE-839E-8F0B84C06BFE}" srcOrd="8" destOrd="0" presId="urn:microsoft.com/office/officeart/2005/8/layout/vList2"/>
    <dgm:cxn modelId="{57E26697-3F8F-428B-80DF-83C02E499BA2}" type="presParOf" srcId="{38C2A4B7-0B44-407A-92B0-7ACB2C22FB6A}" destId="{BE577BFB-AABA-476B-9B3B-C140457ED9B8}" srcOrd="9" destOrd="0" presId="urn:microsoft.com/office/officeart/2005/8/layout/vList2"/>
    <dgm:cxn modelId="{1C9801A7-1217-48F1-AA6B-F969ADE54543}" type="presParOf" srcId="{38C2A4B7-0B44-407A-92B0-7ACB2C22FB6A}" destId="{9A81CFE0-59A3-42DD-8289-054C48202E11}" srcOrd="10" destOrd="0" presId="urn:microsoft.com/office/officeart/2005/8/layout/vList2"/>
    <dgm:cxn modelId="{21C5CFA0-3E07-4941-BFFA-5294029BA251}" type="presParOf" srcId="{38C2A4B7-0B44-407A-92B0-7ACB2C22FB6A}" destId="{828FC130-C210-4315-B150-6F8D4ADD35B5}" srcOrd="11" destOrd="0" presId="urn:microsoft.com/office/officeart/2005/8/layout/vList2"/>
    <dgm:cxn modelId="{9752A7F4-1030-4E3F-94EA-07B42D9FD12D}" type="presParOf" srcId="{38C2A4B7-0B44-407A-92B0-7ACB2C22FB6A}" destId="{919FB220-0704-4AD8-9CFD-365D901088ED}" srcOrd="12" destOrd="0" presId="urn:microsoft.com/office/officeart/2005/8/layout/vList2"/>
    <dgm:cxn modelId="{91F3671E-DD8A-4684-9F97-B7CDC7AD8F68}" type="presParOf" srcId="{38C2A4B7-0B44-407A-92B0-7ACB2C22FB6A}" destId="{F5EEDC8F-485F-4678-B1D7-059C4A4456D3}" srcOrd="13" destOrd="0" presId="urn:microsoft.com/office/officeart/2005/8/layout/vList2"/>
    <dgm:cxn modelId="{FB7F1A94-E7E5-47F6-9915-54C86A31B07F}" type="presParOf" srcId="{38C2A4B7-0B44-407A-92B0-7ACB2C22FB6A}" destId="{EF48C69E-0D66-4895-9F3B-EB09119310FC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4B09F9D-9109-4631-807C-E4D7892187E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DBB3E9-50C8-4A79-B852-93D20FC3A344}">
      <dgm:prSet/>
      <dgm:spPr/>
      <dgm:t>
        <a:bodyPr/>
        <a:lstStyle/>
        <a:p>
          <a:r>
            <a:rPr lang="en-US" b="1"/>
            <a:t>Kebutuhan: Kelola teks dinamis, cursor, insert/delete</a:t>
          </a:r>
          <a:endParaRPr lang="en-US"/>
        </a:p>
      </dgm:t>
    </dgm:pt>
    <dgm:pt modelId="{9D1F5575-1F6A-467F-90C6-608BDC572BA2}" type="parTrans" cxnId="{62F6AF24-8EDB-4E99-8BA7-1FF20E2BB461}">
      <dgm:prSet/>
      <dgm:spPr/>
      <dgm:t>
        <a:bodyPr/>
        <a:lstStyle/>
        <a:p>
          <a:endParaRPr lang="en-US"/>
        </a:p>
      </dgm:t>
    </dgm:pt>
    <dgm:pt modelId="{698688A0-1E6A-4FFD-8D47-6AE0BFA89EBC}" type="sibTrans" cxnId="{62F6AF24-8EDB-4E99-8BA7-1FF20E2BB461}">
      <dgm:prSet/>
      <dgm:spPr/>
      <dgm:t>
        <a:bodyPr/>
        <a:lstStyle/>
        <a:p>
          <a:endParaRPr lang="en-US"/>
        </a:p>
      </dgm:t>
    </dgm:pt>
    <dgm:pt modelId="{DFB90DEE-A31A-4B0C-8137-35A473CDAE94}">
      <dgm:prSet/>
      <dgm:spPr/>
      <dgm:t>
        <a:bodyPr/>
        <a:lstStyle/>
        <a:p>
          <a:r>
            <a:rPr lang="en-US" b="1"/>
            <a:t>Abstraksi Dokumen:</a:t>
          </a:r>
          <a:endParaRPr lang="en-US"/>
        </a:p>
      </dgm:t>
    </dgm:pt>
    <dgm:pt modelId="{FA1ED277-D69A-45D2-8500-6F4D0267DF45}" type="parTrans" cxnId="{9B819A7B-6201-4CF0-B575-3D23B13C46F8}">
      <dgm:prSet/>
      <dgm:spPr/>
      <dgm:t>
        <a:bodyPr/>
        <a:lstStyle/>
        <a:p>
          <a:endParaRPr lang="en-US"/>
        </a:p>
      </dgm:t>
    </dgm:pt>
    <dgm:pt modelId="{3280CC73-9E27-4C02-BCE6-2646FA551E41}" type="sibTrans" cxnId="{9B819A7B-6201-4CF0-B575-3D23B13C46F8}">
      <dgm:prSet/>
      <dgm:spPr/>
      <dgm:t>
        <a:bodyPr/>
        <a:lstStyle/>
        <a:p>
          <a:endParaRPr lang="en-US"/>
        </a:p>
      </dgm:t>
    </dgm:pt>
    <dgm:pt modelId="{9B668DBC-A928-42DD-8C7D-3FBBF7B2F813}">
      <dgm:prSet/>
      <dgm:spPr/>
      <dgm:t>
        <a:bodyPr/>
        <a:lstStyle/>
        <a:p>
          <a:r>
            <a:rPr lang="en-US" b="0"/>
            <a:t>Tampilan: baris &amp; kolom</a:t>
          </a:r>
          <a:endParaRPr lang="en-US"/>
        </a:p>
      </dgm:t>
    </dgm:pt>
    <dgm:pt modelId="{18F19AD9-95EA-4E41-8A37-3465FE1BCACB}" type="parTrans" cxnId="{12AE2F1F-6ECD-4675-824E-5534F1E56EA8}">
      <dgm:prSet/>
      <dgm:spPr/>
      <dgm:t>
        <a:bodyPr/>
        <a:lstStyle/>
        <a:p>
          <a:endParaRPr lang="en-US"/>
        </a:p>
      </dgm:t>
    </dgm:pt>
    <dgm:pt modelId="{0036F3FC-3EDD-4005-8ADE-013CB100819D}" type="sibTrans" cxnId="{12AE2F1F-6ECD-4675-824E-5534F1E56EA8}">
      <dgm:prSet/>
      <dgm:spPr/>
      <dgm:t>
        <a:bodyPr/>
        <a:lstStyle/>
        <a:p>
          <a:endParaRPr lang="en-US"/>
        </a:p>
      </dgm:t>
    </dgm:pt>
    <dgm:pt modelId="{97CFAE3E-FEAB-4F18-9ADD-39F30DD9CF78}">
      <dgm:prSet/>
      <dgm:spPr/>
      <dgm:t>
        <a:bodyPr/>
        <a:lstStyle/>
        <a:p>
          <a:r>
            <a:rPr lang="en-US" b="0"/>
            <a:t>Penyimpanan fisik: stream karakter + '\n'</a:t>
          </a:r>
          <a:endParaRPr lang="en-US"/>
        </a:p>
      </dgm:t>
    </dgm:pt>
    <dgm:pt modelId="{9ED2E7C9-4B6D-4569-B432-84E1B7984F60}" type="parTrans" cxnId="{D3238BDD-9E8F-4541-B96A-91B71427DE65}">
      <dgm:prSet/>
      <dgm:spPr/>
      <dgm:t>
        <a:bodyPr/>
        <a:lstStyle/>
        <a:p>
          <a:endParaRPr lang="en-US"/>
        </a:p>
      </dgm:t>
    </dgm:pt>
    <dgm:pt modelId="{446E7A56-B9B7-4D28-902A-6CD124B641C0}" type="sibTrans" cxnId="{D3238BDD-9E8F-4541-B96A-91B71427DE65}">
      <dgm:prSet/>
      <dgm:spPr/>
      <dgm:t>
        <a:bodyPr/>
        <a:lstStyle/>
        <a:p>
          <a:endParaRPr lang="en-US"/>
        </a:p>
      </dgm:t>
    </dgm:pt>
    <dgm:pt modelId="{3AE564D2-0A5C-427D-AD9B-01F89B49FDA7}">
      <dgm:prSet/>
      <dgm:spPr/>
      <dgm:t>
        <a:bodyPr/>
        <a:lstStyle/>
        <a:p>
          <a:r>
            <a:rPr lang="en-US" b="0"/>
            <a:t>Empty doc = 1 blank line ['\n']</a:t>
          </a:r>
          <a:endParaRPr lang="en-US"/>
        </a:p>
      </dgm:t>
    </dgm:pt>
    <dgm:pt modelId="{60B12E0B-459E-467B-990A-5D0A0F2185AC}" type="parTrans" cxnId="{18569A16-C129-480F-B5B3-465A33944DBA}">
      <dgm:prSet/>
      <dgm:spPr/>
      <dgm:t>
        <a:bodyPr/>
        <a:lstStyle/>
        <a:p>
          <a:endParaRPr lang="en-US"/>
        </a:p>
      </dgm:t>
    </dgm:pt>
    <dgm:pt modelId="{9B5D7C77-1481-4B2B-992F-9C8F33289188}" type="sibTrans" cxnId="{18569A16-C129-480F-B5B3-465A33944DBA}">
      <dgm:prSet/>
      <dgm:spPr/>
      <dgm:t>
        <a:bodyPr/>
        <a:lstStyle/>
        <a:p>
          <a:endParaRPr lang="en-US"/>
        </a:p>
      </dgm:t>
    </dgm:pt>
    <dgm:pt modelId="{6D4705FD-4AB6-45AF-9594-5CFAE6A5B5A2}">
      <dgm:prSet/>
      <dgm:spPr/>
      <dgm:t>
        <a:bodyPr/>
        <a:lstStyle/>
        <a:p>
          <a:r>
            <a:rPr lang="en-US" b="1"/>
            <a:t>Operasi Inti: cursor movement, addChar, deleteChar, breakLine, merge lines</a:t>
          </a:r>
          <a:endParaRPr lang="en-US"/>
        </a:p>
      </dgm:t>
    </dgm:pt>
    <dgm:pt modelId="{CAF6648B-E552-400F-880F-F5C4B9976D12}" type="parTrans" cxnId="{B059AE96-5A09-4BFE-8EA1-CA999B4791D7}">
      <dgm:prSet/>
      <dgm:spPr/>
      <dgm:t>
        <a:bodyPr/>
        <a:lstStyle/>
        <a:p>
          <a:endParaRPr lang="en-US"/>
        </a:p>
      </dgm:t>
    </dgm:pt>
    <dgm:pt modelId="{9640682F-958C-48A0-8905-851BE9B37313}" type="sibTrans" cxnId="{B059AE96-5A09-4BFE-8EA1-CA999B4791D7}">
      <dgm:prSet/>
      <dgm:spPr/>
      <dgm:t>
        <a:bodyPr/>
        <a:lstStyle/>
        <a:p>
          <a:endParaRPr lang="en-US"/>
        </a:p>
      </dgm:t>
    </dgm:pt>
    <dgm:pt modelId="{BF00FD97-534D-4777-90E0-74CA4BC9466F}">
      <dgm:prSet/>
      <dgm:spPr/>
      <dgm:t>
        <a:bodyPr/>
        <a:lstStyle/>
        <a:p>
          <a:r>
            <a:rPr lang="en-US" b="1"/>
            <a:t>Implementasi optimal: Doubly Linked List of Python Lists</a:t>
          </a:r>
          <a:endParaRPr lang="en-US"/>
        </a:p>
      </dgm:t>
    </dgm:pt>
    <dgm:pt modelId="{6227EACB-CC2A-4541-A8E4-AD6A4D2F5FED}" type="parTrans" cxnId="{7C44F92A-5888-48AE-B4B6-988A2EF2E885}">
      <dgm:prSet/>
      <dgm:spPr/>
      <dgm:t>
        <a:bodyPr/>
        <a:lstStyle/>
        <a:p>
          <a:endParaRPr lang="en-US"/>
        </a:p>
      </dgm:t>
    </dgm:pt>
    <dgm:pt modelId="{F81E5CA9-4EE6-4761-872B-F1CE420FE388}" type="sibTrans" cxnId="{7C44F92A-5888-48AE-B4B6-988A2EF2E885}">
      <dgm:prSet/>
      <dgm:spPr/>
      <dgm:t>
        <a:bodyPr/>
        <a:lstStyle/>
        <a:p>
          <a:endParaRPr lang="en-US"/>
        </a:p>
      </dgm:t>
    </dgm:pt>
    <dgm:pt modelId="{CD9B783F-7E6D-4B69-AAFC-41183AB0ED31}" type="pres">
      <dgm:prSet presAssocID="{04B09F9D-9109-4631-807C-E4D7892187E2}" presName="linear" presStyleCnt="0">
        <dgm:presLayoutVars>
          <dgm:animLvl val="lvl"/>
          <dgm:resizeHandles val="exact"/>
        </dgm:presLayoutVars>
      </dgm:prSet>
      <dgm:spPr/>
    </dgm:pt>
    <dgm:pt modelId="{981798CB-E4C1-43FE-ABD7-E66C204CB8EA}" type="pres">
      <dgm:prSet presAssocID="{7FDBB3E9-50C8-4A79-B852-93D20FC3A34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D98A383-5011-473E-A5D3-2F8A542FB32F}" type="pres">
      <dgm:prSet presAssocID="{698688A0-1E6A-4FFD-8D47-6AE0BFA89EBC}" presName="spacer" presStyleCnt="0"/>
      <dgm:spPr/>
    </dgm:pt>
    <dgm:pt modelId="{37C66ECA-AF0A-451F-A21F-F8AE093E23A1}" type="pres">
      <dgm:prSet presAssocID="{DFB90DEE-A31A-4B0C-8137-35A473CDAE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259B7E-D8EC-499E-8C3A-A447AB9078A7}" type="pres">
      <dgm:prSet presAssocID="{DFB90DEE-A31A-4B0C-8137-35A473CDAE94}" presName="childText" presStyleLbl="revTx" presStyleIdx="0" presStyleCnt="1">
        <dgm:presLayoutVars>
          <dgm:bulletEnabled val="1"/>
        </dgm:presLayoutVars>
      </dgm:prSet>
      <dgm:spPr/>
    </dgm:pt>
    <dgm:pt modelId="{77026212-8951-408C-B544-3788F94840B7}" type="pres">
      <dgm:prSet presAssocID="{6D4705FD-4AB6-45AF-9594-5CFAE6A5B5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57813D2-66D2-48B6-8BD1-640B708A0811}" type="pres">
      <dgm:prSet presAssocID="{9640682F-958C-48A0-8905-851BE9B37313}" presName="spacer" presStyleCnt="0"/>
      <dgm:spPr/>
    </dgm:pt>
    <dgm:pt modelId="{039D859D-F6F0-4396-AB66-97E2D327E854}" type="pres">
      <dgm:prSet presAssocID="{BF00FD97-534D-4777-90E0-74CA4BC946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8569A16-C129-480F-B5B3-465A33944DBA}" srcId="{DFB90DEE-A31A-4B0C-8137-35A473CDAE94}" destId="{3AE564D2-0A5C-427D-AD9B-01F89B49FDA7}" srcOrd="2" destOrd="0" parTransId="{60B12E0B-459E-467B-990A-5D0A0F2185AC}" sibTransId="{9B5D7C77-1481-4B2B-992F-9C8F33289188}"/>
    <dgm:cxn modelId="{12AE2F1F-6ECD-4675-824E-5534F1E56EA8}" srcId="{DFB90DEE-A31A-4B0C-8137-35A473CDAE94}" destId="{9B668DBC-A928-42DD-8C7D-3FBBF7B2F813}" srcOrd="0" destOrd="0" parTransId="{18F19AD9-95EA-4E41-8A37-3465FE1BCACB}" sibTransId="{0036F3FC-3EDD-4005-8ADE-013CB100819D}"/>
    <dgm:cxn modelId="{0FF0D421-5415-4159-BD91-39B0A683ACE4}" type="presOf" srcId="{7FDBB3E9-50C8-4A79-B852-93D20FC3A344}" destId="{981798CB-E4C1-43FE-ABD7-E66C204CB8EA}" srcOrd="0" destOrd="0" presId="urn:microsoft.com/office/officeart/2005/8/layout/vList2"/>
    <dgm:cxn modelId="{C8DDD522-5A1D-402A-9323-2537443F7ACC}" type="presOf" srcId="{97CFAE3E-FEAB-4F18-9ADD-39F30DD9CF78}" destId="{30259B7E-D8EC-499E-8C3A-A447AB9078A7}" srcOrd="0" destOrd="1" presId="urn:microsoft.com/office/officeart/2005/8/layout/vList2"/>
    <dgm:cxn modelId="{62F6AF24-8EDB-4E99-8BA7-1FF20E2BB461}" srcId="{04B09F9D-9109-4631-807C-E4D7892187E2}" destId="{7FDBB3E9-50C8-4A79-B852-93D20FC3A344}" srcOrd="0" destOrd="0" parTransId="{9D1F5575-1F6A-467F-90C6-608BDC572BA2}" sibTransId="{698688A0-1E6A-4FFD-8D47-6AE0BFA89EBC}"/>
    <dgm:cxn modelId="{7C44F92A-5888-48AE-B4B6-988A2EF2E885}" srcId="{04B09F9D-9109-4631-807C-E4D7892187E2}" destId="{BF00FD97-534D-4777-90E0-74CA4BC9466F}" srcOrd="3" destOrd="0" parTransId="{6227EACB-CC2A-4541-A8E4-AD6A4D2F5FED}" sibTransId="{F81E5CA9-4EE6-4761-872B-F1CE420FE388}"/>
    <dgm:cxn modelId="{CC7D833E-5C32-45FC-A4EE-622C0FFE0A8E}" type="presOf" srcId="{9B668DBC-A928-42DD-8C7D-3FBBF7B2F813}" destId="{30259B7E-D8EC-499E-8C3A-A447AB9078A7}" srcOrd="0" destOrd="0" presId="urn:microsoft.com/office/officeart/2005/8/layout/vList2"/>
    <dgm:cxn modelId="{E045F978-AA3D-4946-8769-13945CD9AF3C}" type="presOf" srcId="{DFB90DEE-A31A-4B0C-8137-35A473CDAE94}" destId="{37C66ECA-AF0A-451F-A21F-F8AE093E23A1}" srcOrd="0" destOrd="0" presId="urn:microsoft.com/office/officeart/2005/8/layout/vList2"/>
    <dgm:cxn modelId="{9B819A7B-6201-4CF0-B575-3D23B13C46F8}" srcId="{04B09F9D-9109-4631-807C-E4D7892187E2}" destId="{DFB90DEE-A31A-4B0C-8137-35A473CDAE94}" srcOrd="1" destOrd="0" parTransId="{FA1ED277-D69A-45D2-8500-6F4D0267DF45}" sibTransId="{3280CC73-9E27-4C02-BCE6-2646FA551E41}"/>
    <dgm:cxn modelId="{C1BD7E8D-E854-45D3-A675-B5ACF695B9B7}" type="presOf" srcId="{BF00FD97-534D-4777-90E0-74CA4BC9466F}" destId="{039D859D-F6F0-4396-AB66-97E2D327E854}" srcOrd="0" destOrd="0" presId="urn:microsoft.com/office/officeart/2005/8/layout/vList2"/>
    <dgm:cxn modelId="{B059AE96-5A09-4BFE-8EA1-CA999B4791D7}" srcId="{04B09F9D-9109-4631-807C-E4D7892187E2}" destId="{6D4705FD-4AB6-45AF-9594-5CFAE6A5B5A2}" srcOrd="2" destOrd="0" parTransId="{CAF6648B-E552-400F-880F-F5C4B9976D12}" sibTransId="{9640682F-958C-48A0-8905-851BE9B37313}"/>
    <dgm:cxn modelId="{BD029BAC-F8A5-4136-8DE0-41825B1F4870}" type="presOf" srcId="{04B09F9D-9109-4631-807C-E4D7892187E2}" destId="{CD9B783F-7E6D-4B69-AAFC-41183AB0ED31}" srcOrd="0" destOrd="0" presId="urn:microsoft.com/office/officeart/2005/8/layout/vList2"/>
    <dgm:cxn modelId="{3B7C62D1-4EB0-45D2-8F40-1BAD34720C85}" type="presOf" srcId="{6D4705FD-4AB6-45AF-9594-5CFAE6A5B5A2}" destId="{77026212-8951-408C-B544-3788F94840B7}" srcOrd="0" destOrd="0" presId="urn:microsoft.com/office/officeart/2005/8/layout/vList2"/>
    <dgm:cxn modelId="{D3238BDD-9E8F-4541-B96A-91B71427DE65}" srcId="{DFB90DEE-A31A-4B0C-8137-35A473CDAE94}" destId="{97CFAE3E-FEAB-4F18-9ADD-39F30DD9CF78}" srcOrd="1" destOrd="0" parTransId="{9ED2E7C9-4B6D-4569-B432-84E1B7984F60}" sibTransId="{446E7A56-B9B7-4D28-902A-6CD124B641C0}"/>
    <dgm:cxn modelId="{C8686BFF-0B00-4BB3-8EDD-D08FEC70D906}" type="presOf" srcId="{3AE564D2-0A5C-427D-AD9B-01F89B49FDA7}" destId="{30259B7E-D8EC-499E-8C3A-A447AB9078A7}" srcOrd="0" destOrd="2" presId="urn:microsoft.com/office/officeart/2005/8/layout/vList2"/>
    <dgm:cxn modelId="{4DC96339-2278-48E8-AAD6-A2A397E82319}" type="presParOf" srcId="{CD9B783F-7E6D-4B69-AAFC-41183AB0ED31}" destId="{981798CB-E4C1-43FE-ABD7-E66C204CB8EA}" srcOrd="0" destOrd="0" presId="urn:microsoft.com/office/officeart/2005/8/layout/vList2"/>
    <dgm:cxn modelId="{F12E262A-57B2-4F5F-8134-AE7DE3096239}" type="presParOf" srcId="{CD9B783F-7E6D-4B69-AAFC-41183AB0ED31}" destId="{BD98A383-5011-473E-A5D3-2F8A542FB32F}" srcOrd="1" destOrd="0" presId="urn:microsoft.com/office/officeart/2005/8/layout/vList2"/>
    <dgm:cxn modelId="{B98D4CE3-3388-4DDA-B765-AFBBF78A4334}" type="presParOf" srcId="{CD9B783F-7E6D-4B69-AAFC-41183AB0ED31}" destId="{37C66ECA-AF0A-451F-A21F-F8AE093E23A1}" srcOrd="2" destOrd="0" presId="urn:microsoft.com/office/officeart/2005/8/layout/vList2"/>
    <dgm:cxn modelId="{999C44A4-7D16-4F7C-9DE2-C3207059321A}" type="presParOf" srcId="{CD9B783F-7E6D-4B69-AAFC-41183AB0ED31}" destId="{30259B7E-D8EC-499E-8C3A-A447AB9078A7}" srcOrd="3" destOrd="0" presId="urn:microsoft.com/office/officeart/2005/8/layout/vList2"/>
    <dgm:cxn modelId="{09971076-73AC-4A2D-882A-B00DF58721AC}" type="presParOf" srcId="{CD9B783F-7E6D-4B69-AAFC-41183AB0ED31}" destId="{77026212-8951-408C-B544-3788F94840B7}" srcOrd="4" destOrd="0" presId="urn:microsoft.com/office/officeart/2005/8/layout/vList2"/>
    <dgm:cxn modelId="{B055A517-644A-4FDB-9C32-CE5F6C0BC60C}" type="presParOf" srcId="{CD9B783F-7E6D-4B69-AAFC-41183AB0ED31}" destId="{957813D2-66D2-48B6-8BD1-640B708A0811}" srcOrd="5" destOrd="0" presId="urn:microsoft.com/office/officeart/2005/8/layout/vList2"/>
    <dgm:cxn modelId="{13A3D49D-A10D-4661-BE77-D58E59422973}" type="presParOf" srcId="{CD9B783F-7E6D-4B69-AAFC-41183AB0ED31}" destId="{039D859D-F6F0-4396-AB66-97E2D327E8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C63B1B4-7276-48C6-AF95-3AE601DFFAE6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1785E32-BF57-46E8-8946-A83D65E2BE5A}">
      <dgm:prSet/>
      <dgm:spPr/>
      <dgm:t>
        <a:bodyPr/>
        <a:lstStyle/>
        <a:p>
          <a:r>
            <a:rPr lang="en-US" b="1"/>
            <a:t>Struktur:</a:t>
          </a:r>
          <a:endParaRPr lang="en-US"/>
        </a:p>
      </dgm:t>
    </dgm:pt>
    <dgm:pt modelId="{3BB70BE7-CD6C-4D60-9110-B87F0ABA3527}" type="parTrans" cxnId="{6D8D08AC-10FD-4D1B-9286-AF21CDD7A936}">
      <dgm:prSet/>
      <dgm:spPr/>
      <dgm:t>
        <a:bodyPr/>
        <a:lstStyle/>
        <a:p>
          <a:endParaRPr lang="en-US"/>
        </a:p>
      </dgm:t>
    </dgm:pt>
    <dgm:pt modelId="{C9E66802-1E45-4173-89F1-904C92F1CC90}" type="sibTrans" cxnId="{6D8D08AC-10FD-4D1B-9286-AF21CDD7A936}">
      <dgm:prSet/>
      <dgm:spPr/>
      <dgm:t>
        <a:bodyPr/>
        <a:lstStyle/>
        <a:p>
          <a:endParaRPr lang="en-US"/>
        </a:p>
      </dgm:t>
    </dgm:pt>
    <dgm:pt modelId="{05FFA210-6483-4CBA-9D83-3F6216D57F1B}">
      <dgm:prSet/>
      <dgm:spPr/>
      <dgm:t>
        <a:bodyPr/>
        <a:lstStyle/>
        <a:p>
          <a:r>
            <a:rPr lang="en-US" b="0"/>
            <a:t>Setiap baris = DListNode</a:t>
          </a:r>
          <a:endParaRPr lang="en-US"/>
        </a:p>
      </dgm:t>
    </dgm:pt>
    <dgm:pt modelId="{53E1D0AD-7676-4B98-B0F7-10430ABC9017}" type="parTrans" cxnId="{F554BF51-C9BA-4BFE-9D6F-3160D562E77B}">
      <dgm:prSet/>
      <dgm:spPr/>
      <dgm:t>
        <a:bodyPr/>
        <a:lstStyle/>
        <a:p>
          <a:endParaRPr lang="en-US"/>
        </a:p>
      </dgm:t>
    </dgm:pt>
    <dgm:pt modelId="{921596F6-8FC8-4B82-9F58-08E8001698D6}" type="sibTrans" cxnId="{F554BF51-C9BA-4BFE-9D6F-3160D562E77B}">
      <dgm:prSet/>
      <dgm:spPr/>
      <dgm:t>
        <a:bodyPr/>
        <a:lstStyle/>
        <a:p>
          <a:endParaRPr lang="en-US"/>
        </a:p>
      </dgm:t>
    </dgm:pt>
    <dgm:pt modelId="{BF91790B-238D-4A9E-9361-8A4D91844C01}">
      <dgm:prSet/>
      <dgm:spPr/>
      <dgm:t>
        <a:bodyPr/>
        <a:lstStyle/>
        <a:p>
          <a:r>
            <a:rPr lang="en-US" b="0"/>
            <a:t>DListNode.text = Python list of chars</a:t>
          </a:r>
          <a:endParaRPr lang="en-US"/>
        </a:p>
      </dgm:t>
    </dgm:pt>
    <dgm:pt modelId="{02A6E9CA-55CA-48E4-9579-4A7F39BFD6A7}" type="parTrans" cxnId="{4C16DEE0-A87E-4AE9-BD37-0EBAD62BCD56}">
      <dgm:prSet/>
      <dgm:spPr/>
      <dgm:t>
        <a:bodyPr/>
        <a:lstStyle/>
        <a:p>
          <a:endParaRPr lang="en-US"/>
        </a:p>
      </dgm:t>
    </dgm:pt>
    <dgm:pt modelId="{8146D998-4010-4215-BD15-AF86778F8AE2}" type="sibTrans" cxnId="{4C16DEE0-A87E-4AE9-BD37-0EBAD62BCD56}">
      <dgm:prSet/>
      <dgm:spPr/>
      <dgm:t>
        <a:bodyPr/>
        <a:lstStyle/>
        <a:p>
          <a:endParaRPr lang="en-US"/>
        </a:p>
      </dgm:t>
    </dgm:pt>
    <dgm:pt modelId="{2E3AF18C-3343-4169-A511-7EAE23D3CDEB}">
      <dgm:prSet/>
      <dgm:spPr/>
      <dgm:t>
        <a:bodyPr/>
        <a:lstStyle/>
        <a:p>
          <a:r>
            <a:rPr lang="en-US" b="0"/>
            <a:t>DLL menghubungkan baris-baris tersebut</a:t>
          </a:r>
          <a:endParaRPr lang="en-US"/>
        </a:p>
      </dgm:t>
    </dgm:pt>
    <dgm:pt modelId="{0164E55B-5EA0-42A2-80BE-4593CE63ECFC}" type="parTrans" cxnId="{AE208530-659C-43FB-A470-5334E8F3E843}">
      <dgm:prSet/>
      <dgm:spPr/>
      <dgm:t>
        <a:bodyPr/>
        <a:lstStyle/>
        <a:p>
          <a:endParaRPr lang="en-US"/>
        </a:p>
      </dgm:t>
    </dgm:pt>
    <dgm:pt modelId="{FE25231D-2FB6-461F-BC32-F180183D5D21}" type="sibTrans" cxnId="{AE208530-659C-43FB-A470-5334E8F3E843}">
      <dgm:prSet/>
      <dgm:spPr/>
      <dgm:t>
        <a:bodyPr/>
        <a:lstStyle/>
        <a:p>
          <a:endParaRPr lang="en-US"/>
        </a:p>
      </dgm:t>
    </dgm:pt>
    <dgm:pt modelId="{16EA6742-CECC-4EF4-A4A6-FB10C7CF8B15}">
      <dgm:prSet/>
      <dgm:spPr/>
      <dgm:t>
        <a:bodyPr/>
        <a:lstStyle/>
        <a:p>
          <a:r>
            <a:rPr lang="en-US" b="1"/>
            <a:t>Keuntungan:</a:t>
          </a:r>
          <a:endParaRPr lang="en-US"/>
        </a:p>
      </dgm:t>
    </dgm:pt>
    <dgm:pt modelId="{E7B373FB-FBF5-4546-977A-ADAE7EA3BFFD}" type="parTrans" cxnId="{CC9451F5-FA77-43CF-98EF-BCF85B1B6C10}">
      <dgm:prSet/>
      <dgm:spPr/>
      <dgm:t>
        <a:bodyPr/>
        <a:lstStyle/>
        <a:p>
          <a:endParaRPr lang="en-US"/>
        </a:p>
      </dgm:t>
    </dgm:pt>
    <dgm:pt modelId="{686C0CD6-F4F7-4A87-8457-2CA4FD6523E4}" type="sibTrans" cxnId="{CC9451F5-FA77-43CF-98EF-BCF85B1B6C10}">
      <dgm:prSet/>
      <dgm:spPr/>
      <dgm:t>
        <a:bodyPr/>
        <a:lstStyle/>
        <a:p>
          <a:endParaRPr lang="en-US"/>
        </a:p>
      </dgm:t>
    </dgm:pt>
    <dgm:pt modelId="{BCC9EE50-B429-48CB-9CFD-D65CAB599E45}">
      <dgm:prSet/>
      <dgm:spPr/>
      <dgm:t>
        <a:bodyPr/>
        <a:lstStyle/>
        <a:p>
          <a:r>
            <a:rPr lang="en-US" b="0"/>
            <a:t>Insert/delete baris: O(1)</a:t>
          </a:r>
          <a:endParaRPr lang="en-US"/>
        </a:p>
      </dgm:t>
    </dgm:pt>
    <dgm:pt modelId="{FA53C944-D504-4218-A387-92C976BD4528}" type="parTrans" cxnId="{CA113579-10BD-40AB-9807-84E1AB03AF98}">
      <dgm:prSet/>
      <dgm:spPr/>
      <dgm:t>
        <a:bodyPr/>
        <a:lstStyle/>
        <a:p>
          <a:endParaRPr lang="en-US"/>
        </a:p>
      </dgm:t>
    </dgm:pt>
    <dgm:pt modelId="{40D02128-3854-4710-AF13-689E6F8FF5C3}" type="sibTrans" cxnId="{CA113579-10BD-40AB-9807-84E1AB03AF98}">
      <dgm:prSet/>
      <dgm:spPr/>
      <dgm:t>
        <a:bodyPr/>
        <a:lstStyle/>
        <a:p>
          <a:endParaRPr lang="en-US"/>
        </a:p>
      </dgm:t>
    </dgm:pt>
    <dgm:pt modelId="{C70921FE-DA26-48D4-A83D-18530A341892}">
      <dgm:prSet/>
      <dgm:spPr/>
      <dgm:t>
        <a:bodyPr/>
        <a:lstStyle/>
        <a:p>
          <a:r>
            <a:rPr lang="en-US" b="0"/>
            <a:t>Modifikasi karakter: O(k) rata-rata cepat</a:t>
          </a:r>
          <a:endParaRPr lang="en-US"/>
        </a:p>
      </dgm:t>
    </dgm:pt>
    <dgm:pt modelId="{BAF35784-AB70-4570-98FC-227751B5A912}" type="parTrans" cxnId="{A4AC5E45-8DEC-402A-921C-D14356FDCFDF}">
      <dgm:prSet/>
      <dgm:spPr/>
      <dgm:t>
        <a:bodyPr/>
        <a:lstStyle/>
        <a:p>
          <a:endParaRPr lang="en-US"/>
        </a:p>
      </dgm:t>
    </dgm:pt>
    <dgm:pt modelId="{8C491269-49D0-48C1-8DCD-2E0901F55542}" type="sibTrans" cxnId="{A4AC5E45-8DEC-402A-921C-D14356FDCFDF}">
      <dgm:prSet/>
      <dgm:spPr/>
      <dgm:t>
        <a:bodyPr/>
        <a:lstStyle/>
        <a:p>
          <a:endParaRPr lang="en-US"/>
        </a:p>
      </dgm:t>
    </dgm:pt>
    <dgm:pt modelId="{325C07A6-D6B8-4A84-994D-C395C1CC7D0D}">
      <dgm:prSet/>
      <dgm:spPr/>
      <dgm:t>
        <a:bodyPr/>
        <a:lstStyle/>
        <a:p>
          <a:r>
            <a:rPr lang="en-US" b="0"/>
            <a:t>Python list mutable, lebih efisien dari string</a:t>
          </a:r>
          <a:endParaRPr lang="en-US"/>
        </a:p>
      </dgm:t>
    </dgm:pt>
    <dgm:pt modelId="{D76008AD-BFF9-407A-8E2E-753C52E0F68A}" type="parTrans" cxnId="{E8318851-CF44-421B-BC11-7DEDF8D4C6F0}">
      <dgm:prSet/>
      <dgm:spPr/>
      <dgm:t>
        <a:bodyPr/>
        <a:lstStyle/>
        <a:p>
          <a:endParaRPr lang="en-US"/>
        </a:p>
      </dgm:t>
    </dgm:pt>
    <dgm:pt modelId="{E0B4EFDC-C85F-4589-9521-30EDDC34AECE}" type="sibTrans" cxnId="{E8318851-CF44-421B-BC11-7DEDF8D4C6F0}">
      <dgm:prSet/>
      <dgm:spPr/>
      <dgm:t>
        <a:bodyPr/>
        <a:lstStyle/>
        <a:p>
          <a:endParaRPr lang="en-US"/>
        </a:p>
      </dgm:t>
    </dgm:pt>
    <dgm:pt modelId="{D8179B98-2725-445D-AFA5-63DA572E3774}">
      <dgm:prSet/>
      <dgm:spPr/>
      <dgm:t>
        <a:bodyPr/>
        <a:lstStyle/>
        <a:p>
          <a:r>
            <a:rPr lang="en-US" b="0"/>
            <a:t>Bidirectional navigation via DLL</a:t>
          </a:r>
          <a:endParaRPr lang="en-US"/>
        </a:p>
      </dgm:t>
    </dgm:pt>
    <dgm:pt modelId="{C7C9A444-7BC3-45E9-8EFD-24F4AE4844FA}" type="parTrans" cxnId="{847165DE-3B1C-4BDE-A752-6EBB95738D53}">
      <dgm:prSet/>
      <dgm:spPr/>
      <dgm:t>
        <a:bodyPr/>
        <a:lstStyle/>
        <a:p>
          <a:endParaRPr lang="en-US"/>
        </a:p>
      </dgm:t>
    </dgm:pt>
    <dgm:pt modelId="{F6D87D93-32B4-4647-9CE4-8A25D0E8DE9E}" type="sibTrans" cxnId="{847165DE-3B1C-4BDE-A752-6EBB95738D53}">
      <dgm:prSet/>
      <dgm:spPr/>
      <dgm:t>
        <a:bodyPr/>
        <a:lstStyle/>
        <a:p>
          <a:endParaRPr lang="en-US"/>
        </a:p>
      </dgm:t>
    </dgm:pt>
    <dgm:pt modelId="{39EDC12D-4831-4909-A158-FEDE1D81731D}" type="pres">
      <dgm:prSet presAssocID="{BC63B1B4-7276-48C6-AF95-3AE601DFFAE6}" presName="Name0" presStyleCnt="0">
        <dgm:presLayoutVars>
          <dgm:dir/>
          <dgm:animLvl val="lvl"/>
          <dgm:resizeHandles val="exact"/>
        </dgm:presLayoutVars>
      </dgm:prSet>
      <dgm:spPr/>
    </dgm:pt>
    <dgm:pt modelId="{E5F173B1-E528-467F-8537-ECBD449240F3}" type="pres">
      <dgm:prSet presAssocID="{51785E32-BF57-46E8-8946-A83D65E2BE5A}" presName="linNode" presStyleCnt="0"/>
      <dgm:spPr/>
    </dgm:pt>
    <dgm:pt modelId="{A4F58F7E-9928-46D1-9478-6DE3F2C91972}" type="pres">
      <dgm:prSet presAssocID="{51785E32-BF57-46E8-8946-A83D65E2BE5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80A68C95-A0AA-47D4-8541-1F2CC501D9F2}" type="pres">
      <dgm:prSet presAssocID="{51785E32-BF57-46E8-8946-A83D65E2BE5A}" presName="descendantText" presStyleLbl="alignAccFollowNode1" presStyleIdx="0" presStyleCnt="2">
        <dgm:presLayoutVars>
          <dgm:bulletEnabled val="1"/>
        </dgm:presLayoutVars>
      </dgm:prSet>
      <dgm:spPr/>
    </dgm:pt>
    <dgm:pt modelId="{BA751CC0-57A4-476D-A8DB-8A44DABADB1B}" type="pres">
      <dgm:prSet presAssocID="{C9E66802-1E45-4173-89F1-904C92F1CC90}" presName="sp" presStyleCnt="0"/>
      <dgm:spPr/>
    </dgm:pt>
    <dgm:pt modelId="{89497240-4D9A-40B9-BBB3-6B69D63B8579}" type="pres">
      <dgm:prSet presAssocID="{16EA6742-CECC-4EF4-A4A6-FB10C7CF8B15}" presName="linNode" presStyleCnt="0"/>
      <dgm:spPr/>
    </dgm:pt>
    <dgm:pt modelId="{7C794B66-C8F5-4695-9BC5-C7C91BC1F265}" type="pres">
      <dgm:prSet presAssocID="{16EA6742-CECC-4EF4-A4A6-FB10C7CF8B1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91C76A7-7A4D-4AE2-A193-8B69033A7AE8}" type="pres">
      <dgm:prSet presAssocID="{16EA6742-CECC-4EF4-A4A6-FB10C7CF8B1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D445312-57D0-42FA-BF6B-9516CEDD9D50}" type="presOf" srcId="{C70921FE-DA26-48D4-A83D-18530A341892}" destId="{591C76A7-7A4D-4AE2-A193-8B69033A7AE8}" srcOrd="0" destOrd="1" presId="urn:microsoft.com/office/officeart/2005/8/layout/vList5"/>
    <dgm:cxn modelId="{AE208530-659C-43FB-A470-5334E8F3E843}" srcId="{51785E32-BF57-46E8-8946-A83D65E2BE5A}" destId="{2E3AF18C-3343-4169-A511-7EAE23D3CDEB}" srcOrd="2" destOrd="0" parTransId="{0164E55B-5EA0-42A2-80BE-4593CE63ECFC}" sibTransId="{FE25231D-2FB6-461F-BC32-F180183D5D21}"/>
    <dgm:cxn modelId="{D78C1141-C112-48B0-9DF4-67F489A1C2B4}" type="presOf" srcId="{16EA6742-CECC-4EF4-A4A6-FB10C7CF8B15}" destId="{7C794B66-C8F5-4695-9BC5-C7C91BC1F265}" srcOrd="0" destOrd="0" presId="urn:microsoft.com/office/officeart/2005/8/layout/vList5"/>
    <dgm:cxn modelId="{A4AC5E45-8DEC-402A-921C-D14356FDCFDF}" srcId="{16EA6742-CECC-4EF4-A4A6-FB10C7CF8B15}" destId="{C70921FE-DA26-48D4-A83D-18530A341892}" srcOrd="1" destOrd="0" parTransId="{BAF35784-AB70-4570-98FC-227751B5A912}" sibTransId="{8C491269-49D0-48C1-8DCD-2E0901F55542}"/>
    <dgm:cxn modelId="{29AF0050-8ADF-43F9-A3B6-9E61DC4B3433}" type="presOf" srcId="{2E3AF18C-3343-4169-A511-7EAE23D3CDEB}" destId="{80A68C95-A0AA-47D4-8541-1F2CC501D9F2}" srcOrd="0" destOrd="2" presId="urn:microsoft.com/office/officeart/2005/8/layout/vList5"/>
    <dgm:cxn modelId="{E8318851-CF44-421B-BC11-7DEDF8D4C6F0}" srcId="{16EA6742-CECC-4EF4-A4A6-FB10C7CF8B15}" destId="{325C07A6-D6B8-4A84-994D-C395C1CC7D0D}" srcOrd="2" destOrd="0" parTransId="{D76008AD-BFF9-407A-8E2E-753C52E0F68A}" sibTransId="{E0B4EFDC-C85F-4589-9521-30EDDC34AECE}"/>
    <dgm:cxn modelId="{F554BF51-C9BA-4BFE-9D6F-3160D562E77B}" srcId="{51785E32-BF57-46E8-8946-A83D65E2BE5A}" destId="{05FFA210-6483-4CBA-9D83-3F6216D57F1B}" srcOrd="0" destOrd="0" parTransId="{53E1D0AD-7676-4B98-B0F7-10430ABC9017}" sibTransId="{921596F6-8FC8-4B82-9F58-08E8001698D6}"/>
    <dgm:cxn modelId="{712FE253-6AB5-4B1B-BA9B-2857B60F8F89}" type="presOf" srcId="{51785E32-BF57-46E8-8946-A83D65E2BE5A}" destId="{A4F58F7E-9928-46D1-9478-6DE3F2C91972}" srcOrd="0" destOrd="0" presId="urn:microsoft.com/office/officeart/2005/8/layout/vList5"/>
    <dgm:cxn modelId="{4FB88854-A7FE-43D5-83CF-856E51005623}" type="presOf" srcId="{BCC9EE50-B429-48CB-9CFD-D65CAB599E45}" destId="{591C76A7-7A4D-4AE2-A193-8B69033A7AE8}" srcOrd="0" destOrd="0" presId="urn:microsoft.com/office/officeart/2005/8/layout/vList5"/>
    <dgm:cxn modelId="{CA113579-10BD-40AB-9807-84E1AB03AF98}" srcId="{16EA6742-CECC-4EF4-A4A6-FB10C7CF8B15}" destId="{BCC9EE50-B429-48CB-9CFD-D65CAB599E45}" srcOrd="0" destOrd="0" parTransId="{FA53C944-D504-4218-A387-92C976BD4528}" sibTransId="{40D02128-3854-4710-AF13-689E6F8FF5C3}"/>
    <dgm:cxn modelId="{49C2DF82-341B-4D27-9677-3BDCF1B99AC8}" type="presOf" srcId="{05FFA210-6483-4CBA-9D83-3F6216D57F1B}" destId="{80A68C95-A0AA-47D4-8541-1F2CC501D9F2}" srcOrd="0" destOrd="0" presId="urn:microsoft.com/office/officeart/2005/8/layout/vList5"/>
    <dgm:cxn modelId="{316BBD86-A3BD-4FD6-B541-75BBEC47B2A1}" type="presOf" srcId="{BF91790B-238D-4A9E-9361-8A4D91844C01}" destId="{80A68C95-A0AA-47D4-8541-1F2CC501D9F2}" srcOrd="0" destOrd="1" presId="urn:microsoft.com/office/officeart/2005/8/layout/vList5"/>
    <dgm:cxn modelId="{6D8D08AC-10FD-4D1B-9286-AF21CDD7A936}" srcId="{BC63B1B4-7276-48C6-AF95-3AE601DFFAE6}" destId="{51785E32-BF57-46E8-8946-A83D65E2BE5A}" srcOrd="0" destOrd="0" parTransId="{3BB70BE7-CD6C-4D60-9110-B87F0ABA3527}" sibTransId="{C9E66802-1E45-4173-89F1-904C92F1CC90}"/>
    <dgm:cxn modelId="{312F65B5-82E3-4613-A995-6F9D578F662E}" type="presOf" srcId="{BC63B1B4-7276-48C6-AF95-3AE601DFFAE6}" destId="{39EDC12D-4831-4909-A158-FEDE1D81731D}" srcOrd="0" destOrd="0" presId="urn:microsoft.com/office/officeart/2005/8/layout/vList5"/>
    <dgm:cxn modelId="{697C85CE-57C1-412C-9FE7-F0805AD7EA23}" type="presOf" srcId="{325C07A6-D6B8-4A84-994D-C395C1CC7D0D}" destId="{591C76A7-7A4D-4AE2-A193-8B69033A7AE8}" srcOrd="0" destOrd="2" presId="urn:microsoft.com/office/officeart/2005/8/layout/vList5"/>
    <dgm:cxn modelId="{85BD5BDA-199C-4FE1-A8D8-5857687A40D8}" type="presOf" srcId="{D8179B98-2725-445D-AFA5-63DA572E3774}" destId="{591C76A7-7A4D-4AE2-A193-8B69033A7AE8}" srcOrd="0" destOrd="3" presId="urn:microsoft.com/office/officeart/2005/8/layout/vList5"/>
    <dgm:cxn modelId="{847165DE-3B1C-4BDE-A752-6EBB95738D53}" srcId="{16EA6742-CECC-4EF4-A4A6-FB10C7CF8B15}" destId="{D8179B98-2725-445D-AFA5-63DA572E3774}" srcOrd="3" destOrd="0" parTransId="{C7C9A444-7BC3-45E9-8EFD-24F4AE4844FA}" sibTransId="{F6D87D93-32B4-4647-9CE4-8A25D0E8DE9E}"/>
    <dgm:cxn modelId="{4C16DEE0-A87E-4AE9-BD37-0EBAD62BCD56}" srcId="{51785E32-BF57-46E8-8946-A83D65E2BE5A}" destId="{BF91790B-238D-4A9E-9361-8A4D91844C01}" srcOrd="1" destOrd="0" parTransId="{02A6E9CA-55CA-48E4-9579-4A7F39BFD6A7}" sibTransId="{8146D998-4010-4215-BD15-AF86778F8AE2}"/>
    <dgm:cxn modelId="{CC9451F5-FA77-43CF-98EF-BCF85B1B6C10}" srcId="{BC63B1B4-7276-48C6-AF95-3AE601DFFAE6}" destId="{16EA6742-CECC-4EF4-A4A6-FB10C7CF8B15}" srcOrd="1" destOrd="0" parTransId="{E7B373FB-FBF5-4546-977A-ADAE7EA3BFFD}" sibTransId="{686C0CD6-F4F7-4A87-8457-2CA4FD6523E4}"/>
    <dgm:cxn modelId="{9AA918EC-027E-4319-AEFA-D655620C826A}" type="presParOf" srcId="{39EDC12D-4831-4909-A158-FEDE1D81731D}" destId="{E5F173B1-E528-467F-8537-ECBD449240F3}" srcOrd="0" destOrd="0" presId="urn:microsoft.com/office/officeart/2005/8/layout/vList5"/>
    <dgm:cxn modelId="{543E4489-43C8-407B-8BF8-43454C4675E6}" type="presParOf" srcId="{E5F173B1-E528-467F-8537-ECBD449240F3}" destId="{A4F58F7E-9928-46D1-9478-6DE3F2C91972}" srcOrd="0" destOrd="0" presId="urn:microsoft.com/office/officeart/2005/8/layout/vList5"/>
    <dgm:cxn modelId="{01D14DC9-43F9-4DC5-9370-3296385B8B71}" type="presParOf" srcId="{E5F173B1-E528-467F-8537-ECBD449240F3}" destId="{80A68C95-A0AA-47D4-8541-1F2CC501D9F2}" srcOrd="1" destOrd="0" presId="urn:microsoft.com/office/officeart/2005/8/layout/vList5"/>
    <dgm:cxn modelId="{25A71545-BD13-4E1C-9488-6CB6764C9048}" type="presParOf" srcId="{39EDC12D-4831-4909-A158-FEDE1D81731D}" destId="{BA751CC0-57A4-476D-A8DB-8A44DABADB1B}" srcOrd="1" destOrd="0" presId="urn:microsoft.com/office/officeart/2005/8/layout/vList5"/>
    <dgm:cxn modelId="{062613E3-F3DF-449B-958E-D248023051FF}" type="presParOf" srcId="{39EDC12D-4831-4909-A158-FEDE1D81731D}" destId="{89497240-4D9A-40B9-BBB3-6B69D63B8579}" srcOrd="2" destOrd="0" presId="urn:microsoft.com/office/officeart/2005/8/layout/vList5"/>
    <dgm:cxn modelId="{FE95E453-0553-4C93-A3A2-F4115DA49D1A}" type="presParOf" srcId="{89497240-4D9A-40B9-BBB3-6B69D63B8579}" destId="{7C794B66-C8F5-4695-9BC5-C7C91BC1F265}" srcOrd="0" destOrd="0" presId="urn:microsoft.com/office/officeart/2005/8/layout/vList5"/>
    <dgm:cxn modelId="{0DFF867A-F246-47FC-9BB9-99898F092723}" type="presParOf" srcId="{89497240-4D9A-40B9-BBB3-6B69D63B8579}" destId="{591C76A7-7A4D-4AE2-A193-8B69033A7A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047C5-33B0-46EC-B284-03D776B14A70}">
      <dsp:nvSpPr>
        <dsp:cNvPr id="0" name=""/>
        <dsp:cNvSpPr/>
      </dsp:nvSpPr>
      <dsp:spPr>
        <a:xfrm>
          <a:off x="0" y="143667"/>
          <a:ext cx="6291714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Struktur dasar: [Data|Next] → [Data|Next] → NULL</a:t>
          </a:r>
          <a:endParaRPr lang="en-US" sz="2400" kern="1200"/>
        </a:p>
      </dsp:txBody>
      <dsp:txXfrm>
        <a:off x="46606" y="190273"/>
        <a:ext cx="6198502" cy="861507"/>
      </dsp:txXfrm>
    </dsp:sp>
    <dsp:sp modelId="{72FEF464-CEF9-4D58-926A-163CDABADBDE}">
      <dsp:nvSpPr>
        <dsp:cNvPr id="0" name=""/>
        <dsp:cNvSpPr/>
      </dsp:nvSpPr>
      <dsp:spPr>
        <a:xfrm>
          <a:off x="0" y="1167507"/>
          <a:ext cx="6291714" cy="95471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Karakteristik:</a:t>
          </a:r>
          <a:endParaRPr lang="en-US" sz="2400" kern="1200"/>
        </a:p>
      </dsp:txBody>
      <dsp:txXfrm>
        <a:off x="46606" y="1214113"/>
        <a:ext cx="6198502" cy="861507"/>
      </dsp:txXfrm>
    </dsp:sp>
    <dsp:sp modelId="{BFA3B604-991B-4399-9C43-66BFDFC86725}">
      <dsp:nvSpPr>
        <dsp:cNvPr id="0" name=""/>
        <dsp:cNvSpPr/>
      </dsp:nvSpPr>
      <dsp:spPr>
        <a:xfrm>
          <a:off x="0" y="2122227"/>
          <a:ext cx="6291714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76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/>
            <a:t>Setiap node memiliki satu link ke node berikutnya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kern="1200"/>
            <a:t>Traversal satu arah (head → tail)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kern="1200"/>
            <a:t>Insert/delete di awal: O(1)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kern="1200"/>
            <a:t>Search/traversal: O(n)</a:t>
          </a:r>
          <a:endParaRPr lang="en-US" sz="1900" kern="1200"/>
        </a:p>
      </dsp:txBody>
      <dsp:txXfrm>
        <a:off x="0" y="2122227"/>
        <a:ext cx="6291714" cy="1316520"/>
      </dsp:txXfrm>
    </dsp:sp>
    <dsp:sp modelId="{037C2D4F-DC6F-41DB-AF74-DF442E53EB87}">
      <dsp:nvSpPr>
        <dsp:cNvPr id="0" name=""/>
        <dsp:cNvSpPr/>
      </dsp:nvSpPr>
      <dsp:spPr>
        <a:xfrm>
          <a:off x="0" y="3438747"/>
          <a:ext cx="6291714" cy="95471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Keterbatasan utama:</a:t>
          </a:r>
          <a:endParaRPr lang="en-US" sz="2400" kern="1200"/>
        </a:p>
      </dsp:txBody>
      <dsp:txXfrm>
        <a:off x="46606" y="3485353"/>
        <a:ext cx="6198502" cy="861507"/>
      </dsp:txXfrm>
    </dsp:sp>
    <dsp:sp modelId="{7E6B166D-2625-418B-A95F-21EDCFF2E33A}">
      <dsp:nvSpPr>
        <dsp:cNvPr id="0" name=""/>
        <dsp:cNvSpPr/>
      </dsp:nvSpPr>
      <dsp:spPr>
        <a:xfrm>
          <a:off x="0" y="4393467"/>
          <a:ext cx="6291714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76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kern="1200"/>
            <a:t>Tidak bisa traversal mundur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kern="1200"/>
            <a:t>Akses predecessor memerlukan O(n) traversal ulang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kern="1200"/>
            <a:t>Insert sebelum node tertentu memerlukan traversal ulang</a:t>
          </a:r>
          <a:endParaRPr lang="en-US" sz="1900" kern="1200"/>
        </a:p>
      </dsp:txBody>
      <dsp:txXfrm>
        <a:off x="0" y="4393467"/>
        <a:ext cx="6291714" cy="993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13BF6-98CE-4F81-B70C-A9F82C6633C8}">
      <dsp:nvSpPr>
        <dsp:cNvPr id="0" name=""/>
        <dsp:cNvSpPr/>
      </dsp:nvSpPr>
      <dsp:spPr>
        <a:xfrm>
          <a:off x="0" y="2715"/>
          <a:ext cx="63037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FB520-8C1B-4E8A-AC65-C3DB709C1B3B}">
      <dsp:nvSpPr>
        <dsp:cNvPr id="0" name=""/>
        <dsp:cNvSpPr/>
      </dsp:nvSpPr>
      <dsp:spPr>
        <a:xfrm>
          <a:off x="0" y="2715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Butuh traversal dua arah → Doubly Linked List</a:t>
          </a:r>
          <a:endParaRPr lang="en-US" sz="2500" kern="1200"/>
        </a:p>
      </dsp:txBody>
      <dsp:txXfrm>
        <a:off x="0" y="2715"/>
        <a:ext cx="6303729" cy="925901"/>
      </dsp:txXfrm>
    </dsp:sp>
    <dsp:sp modelId="{7951B41B-0D25-4866-AD96-EB6D45B52213}">
      <dsp:nvSpPr>
        <dsp:cNvPr id="0" name=""/>
        <dsp:cNvSpPr/>
      </dsp:nvSpPr>
      <dsp:spPr>
        <a:xfrm>
          <a:off x="0" y="928616"/>
          <a:ext cx="63037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719FD5-ECD5-4EA4-84D5-FCB5F5261D7A}">
      <dsp:nvSpPr>
        <dsp:cNvPr id="0" name=""/>
        <dsp:cNvSpPr/>
      </dsp:nvSpPr>
      <dsp:spPr>
        <a:xfrm>
          <a:off x="0" y="928616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Butuh akses cyclic/round-robin → Circular Linked List</a:t>
          </a:r>
          <a:endParaRPr lang="en-US" sz="2500" kern="1200"/>
        </a:p>
      </dsp:txBody>
      <dsp:txXfrm>
        <a:off x="0" y="928616"/>
        <a:ext cx="6303729" cy="925901"/>
      </dsp:txXfrm>
    </dsp:sp>
    <dsp:sp modelId="{ABACB20B-D7A2-4158-B620-7D7042B01EBD}">
      <dsp:nvSpPr>
        <dsp:cNvPr id="0" name=""/>
        <dsp:cNvSpPr/>
      </dsp:nvSpPr>
      <dsp:spPr>
        <a:xfrm>
          <a:off x="0" y="1854518"/>
          <a:ext cx="63037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76D14-03E6-41D8-A51E-A664F1282F05}">
      <dsp:nvSpPr>
        <dsp:cNvPr id="0" name=""/>
        <dsp:cNvSpPr/>
      </dsp:nvSpPr>
      <dsp:spPr>
        <a:xfrm>
          <a:off x="0" y="1854518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Butuh multiple sorting keys/views → Multi-Linked Lists</a:t>
          </a:r>
          <a:endParaRPr lang="en-US" sz="2500" kern="1200"/>
        </a:p>
      </dsp:txBody>
      <dsp:txXfrm>
        <a:off x="0" y="1854518"/>
        <a:ext cx="6303729" cy="925901"/>
      </dsp:txXfrm>
    </dsp:sp>
    <dsp:sp modelId="{8712DCCD-520C-42E6-B244-41FC89531AC6}">
      <dsp:nvSpPr>
        <dsp:cNvPr id="0" name=""/>
        <dsp:cNvSpPr/>
      </dsp:nvSpPr>
      <dsp:spPr>
        <a:xfrm>
          <a:off x="0" y="2780419"/>
          <a:ext cx="63037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CBB36-44AA-444B-8088-6A0CEE5FB508}">
      <dsp:nvSpPr>
        <dsp:cNvPr id="0" name=""/>
        <dsp:cNvSpPr/>
      </dsp:nvSpPr>
      <dsp:spPr>
        <a:xfrm>
          <a:off x="0" y="2780419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Butuh iterasi struktur nested → Complex Iterators</a:t>
          </a:r>
          <a:endParaRPr lang="en-US" sz="2500" kern="1200"/>
        </a:p>
      </dsp:txBody>
      <dsp:txXfrm>
        <a:off x="0" y="2780419"/>
        <a:ext cx="6303729" cy="925901"/>
      </dsp:txXfrm>
    </dsp:sp>
    <dsp:sp modelId="{48E8FEC1-6FC9-457F-BAA0-A645A68E4B1B}">
      <dsp:nvSpPr>
        <dsp:cNvPr id="0" name=""/>
        <dsp:cNvSpPr/>
      </dsp:nvSpPr>
      <dsp:spPr>
        <a:xfrm>
          <a:off x="0" y="3706320"/>
          <a:ext cx="63037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A1D56-52D3-4FFF-B872-50333ACB155E}">
      <dsp:nvSpPr>
        <dsp:cNvPr id="0" name=""/>
        <dsp:cNvSpPr/>
      </dsp:nvSpPr>
      <dsp:spPr>
        <a:xfrm>
          <a:off x="0" y="3706320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Manajemen teks dinamis → Edit Buffer ADT</a:t>
          </a:r>
          <a:endParaRPr lang="en-US" sz="2500" kern="1200"/>
        </a:p>
      </dsp:txBody>
      <dsp:txXfrm>
        <a:off x="0" y="3706320"/>
        <a:ext cx="6303729" cy="925901"/>
      </dsp:txXfrm>
    </dsp:sp>
    <dsp:sp modelId="{96482434-25F4-48A5-849E-22DCA6B7F8C8}">
      <dsp:nvSpPr>
        <dsp:cNvPr id="0" name=""/>
        <dsp:cNvSpPr/>
      </dsp:nvSpPr>
      <dsp:spPr>
        <a:xfrm>
          <a:off x="0" y="4632222"/>
          <a:ext cx="63037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45DA4-BDE7-44A3-BC68-4C81AD1307CA}">
      <dsp:nvSpPr>
        <dsp:cNvPr id="0" name=""/>
        <dsp:cNvSpPr/>
      </dsp:nvSpPr>
      <dsp:spPr>
        <a:xfrm>
          <a:off x="0" y="4632222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💡 Pemilihan struktur data harus sesuai pola akses aplikasi.</a:t>
          </a:r>
          <a:endParaRPr lang="en-US" sz="2500" kern="1200"/>
        </a:p>
      </dsp:txBody>
      <dsp:txXfrm>
        <a:off x="0" y="4632222"/>
        <a:ext cx="6303729" cy="9259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01E49-5355-4EF2-9F75-4EAF485B32D7}">
      <dsp:nvSpPr>
        <dsp:cNvPr id="0" name=""/>
        <dsp:cNvSpPr/>
      </dsp:nvSpPr>
      <dsp:spPr>
        <a:xfrm>
          <a:off x="0" y="113159"/>
          <a:ext cx="6303729" cy="9136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Setiap node memiliki DUA link:</a:t>
          </a:r>
          <a:endParaRPr lang="en-US" sz="2300" kern="1200"/>
        </a:p>
      </dsp:txBody>
      <dsp:txXfrm>
        <a:off x="44602" y="157761"/>
        <a:ext cx="6214525" cy="824474"/>
      </dsp:txXfrm>
    </dsp:sp>
    <dsp:sp modelId="{12319F2B-C4F4-4FBE-AF1C-BB9C8F682528}">
      <dsp:nvSpPr>
        <dsp:cNvPr id="0" name=""/>
        <dsp:cNvSpPr/>
      </dsp:nvSpPr>
      <dsp:spPr>
        <a:xfrm>
          <a:off x="0" y="1026838"/>
          <a:ext cx="6303729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14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/>
            <a:t>next: menuju node berikutnya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/>
            <a:t>prev: menuju node sebelumnya</a:t>
          </a:r>
          <a:endParaRPr lang="en-US" sz="1800" kern="1200"/>
        </a:p>
      </dsp:txBody>
      <dsp:txXfrm>
        <a:off x="0" y="1026838"/>
        <a:ext cx="6303729" cy="618930"/>
      </dsp:txXfrm>
    </dsp:sp>
    <dsp:sp modelId="{D3DFC31E-65A7-4155-893B-9EDF5ADAC4FA}">
      <dsp:nvSpPr>
        <dsp:cNvPr id="0" name=""/>
        <dsp:cNvSpPr/>
      </dsp:nvSpPr>
      <dsp:spPr>
        <a:xfrm>
          <a:off x="0" y="1645768"/>
          <a:ext cx="6303729" cy="91367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Visualisasi:</a:t>
          </a:r>
          <a:endParaRPr lang="en-US" sz="2300" kern="1200"/>
        </a:p>
      </dsp:txBody>
      <dsp:txXfrm>
        <a:off x="44602" y="1690370"/>
        <a:ext cx="6214525" cy="824474"/>
      </dsp:txXfrm>
    </dsp:sp>
    <dsp:sp modelId="{423FA522-BD48-4ED7-8315-6FEBAEF118C2}">
      <dsp:nvSpPr>
        <dsp:cNvPr id="0" name=""/>
        <dsp:cNvSpPr/>
      </dsp:nvSpPr>
      <dsp:spPr>
        <a:xfrm>
          <a:off x="0" y="2625687"/>
          <a:ext cx="6303729" cy="91367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NULL ← [prev|D|next] ↔ [prev|D|next] ↔ NULL</a:t>
          </a:r>
          <a:endParaRPr lang="en-US" sz="2300" kern="1200"/>
        </a:p>
      </dsp:txBody>
      <dsp:txXfrm>
        <a:off x="44602" y="2670289"/>
        <a:ext cx="6214525" cy="824474"/>
      </dsp:txXfrm>
    </dsp:sp>
    <dsp:sp modelId="{0A39A9D7-832C-4471-A540-53F8387432C5}">
      <dsp:nvSpPr>
        <dsp:cNvPr id="0" name=""/>
        <dsp:cNvSpPr/>
      </dsp:nvSpPr>
      <dsp:spPr>
        <a:xfrm>
          <a:off x="0" y="3605605"/>
          <a:ext cx="6303729" cy="91367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Keunggulan:</a:t>
          </a:r>
          <a:endParaRPr lang="en-US" sz="2300" kern="1200"/>
        </a:p>
      </dsp:txBody>
      <dsp:txXfrm>
        <a:off x="44602" y="3650207"/>
        <a:ext cx="6214525" cy="824474"/>
      </dsp:txXfrm>
    </dsp:sp>
    <dsp:sp modelId="{1FD70E17-23AA-49BE-AE54-E3A750EB21F1}">
      <dsp:nvSpPr>
        <dsp:cNvPr id="0" name=""/>
        <dsp:cNvSpPr/>
      </dsp:nvSpPr>
      <dsp:spPr>
        <a:xfrm>
          <a:off x="0" y="4519284"/>
          <a:ext cx="6303729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14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/>
            <a:t>Traversal dua arah (forward &amp; backward)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/>
            <a:t>Akses langsung ke predecessor (O(1))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kern="1200"/>
            <a:t>Insert/delete di posisi arbitrary lebih efisien</a:t>
          </a:r>
          <a:endParaRPr lang="en-US" sz="1800" kern="1200"/>
        </a:p>
      </dsp:txBody>
      <dsp:txXfrm>
        <a:off x="0" y="4519284"/>
        <a:ext cx="6303729" cy="928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A92C9-5AF8-499C-81DA-C63A259E8891}">
      <dsp:nvSpPr>
        <dsp:cNvPr id="0" name=""/>
        <dsp:cNvSpPr/>
      </dsp:nvSpPr>
      <dsp:spPr>
        <a:xfrm>
          <a:off x="0" y="179441"/>
          <a:ext cx="6303729" cy="791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HEAD → [A] ↔ [B] ↔ [C] ← TAIL</a:t>
          </a:r>
          <a:endParaRPr lang="en-US" sz="3300" kern="1200"/>
        </a:p>
      </dsp:txBody>
      <dsp:txXfrm>
        <a:off x="38638" y="218079"/>
        <a:ext cx="6226453" cy="714229"/>
      </dsp:txXfrm>
    </dsp:sp>
    <dsp:sp modelId="{10C72A01-CB22-4921-BE12-2A9CA1B769EA}">
      <dsp:nvSpPr>
        <dsp:cNvPr id="0" name=""/>
        <dsp:cNvSpPr/>
      </dsp:nvSpPr>
      <dsp:spPr>
        <a:xfrm>
          <a:off x="0" y="1065987"/>
          <a:ext cx="6303729" cy="79150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Konvensi penting:</a:t>
          </a:r>
          <a:endParaRPr lang="en-US" sz="3300" kern="1200"/>
        </a:p>
      </dsp:txBody>
      <dsp:txXfrm>
        <a:off x="38638" y="1104625"/>
        <a:ext cx="6226453" cy="714229"/>
      </dsp:txXfrm>
    </dsp:sp>
    <dsp:sp modelId="{3718EB61-7756-42E2-A011-63B30BF461B4}">
      <dsp:nvSpPr>
        <dsp:cNvPr id="0" name=""/>
        <dsp:cNvSpPr/>
      </dsp:nvSpPr>
      <dsp:spPr>
        <a:xfrm>
          <a:off x="0" y="1857492"/>
          <a:ext cx="6303729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143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kern="1200"/>
            <a:t>head.prev selalu NULL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kern="1200"/>
            <a:t>tail.next selalu NULL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kern="1200"/>
            <a:t>List kosong: head = tail = None</a:t>
          </a:r>
          <a:endParaRPr lang="en-US" sz="2600" kern="1200"/>
        </a:p>
      </dsp:txBody>
      <dsp:txXfrm>
        <a:off x="0" y="1857492"/>
        <a:ext cx="6303729" cy="1366200"/>
      </dsp:txXfrm>
    </dsp:sp>
    <dsp:sp modelId="{EC3D4726-D337-42F4-A168-326F1841410A}">
      <dsp:nvSpPr>
        <dsp:cNvPr id="0" name=""/>
        <dsp:cNvSpPr/>
      </dsp:nvSpPr>
      <dsp:spPr>
        <a:xfrm>
          <a:off x="0" y="3223692"/>
          <a:ext cx="6303729" cy="79150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Manfaat tail reference:</a:t>
          </a:r>
          <a:endParaRPr lang="en-US" sz="3300" kern="1200"/>
        </a:p>
      </dsp:txBody>
      <dsp:txXfrm>
        <a:off x="38638" y="3262330"/>
        <a:ext cx="6226453" cy="714229"/>
      </dsp:txXfrm>
    </dsp:sp>
    <dsp:sp modelId="{8E2383E9-0F27-4546-9048-31548CBE306D}">
      <dsp:nvSpPr>
        <dsp:cNvPr id="0" name=""/>
        <dsp:cNvSpPr/>
      </dsp:nvSpPr>
      <dsp:spPr>
        <a:xfrm>
          <a:off x="0" y="4015197"/>
          <a:ext cx="6303729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143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kern="1200"/>
            <a:t>Akses O(1) ke node terakhir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kern="1200"/>
            <a:t>Mendukung reverse traversal efisien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kern="1200"/>
            <a:t>Append di akhir list menjadi O(1)</a:t>
          </a:r>
          <a:endParaRPr lang="en-US" sz="2600" kern="1200"/>
        </a:p>
      </dsp:txBody>
      <dsp:txXfrm>
        <a:off x="0" y="4015197"/>
        <a:ext cx="6303729" cy="1366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3CB94-CA32-479C-9C16-181EDB301ADD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9B776-2E33-452D-A52E-E81A27D372F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5F119-499C-4B09-8163-37C88D64358B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Simpan referensi ke hasil search terakhir (probe)</a:t>
          </a:r>
          <a:endParaRPr lang="en-US" sz="1800" kern="1200"/>
        </a:p>
      </dsp:txBody>
      <dsp:txXfrm>
        <a:off x="1059754" y="4307"/>
        <a:ext cx="5304469" cy="917536"/>
      </dsp:txXfrm>
    </dsp:sp>
    <dsp:sp modelId="{9BD1A478-0A9A-42B8-B29A-3FCFE97A2033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594B8-C287-46FF-A75F-369C6A124EC0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CE6A4-85F4-4C8D-85BA-921548C74FF4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Search berikutnya mulai dari posisi probe</a:t>
          </a:r>
          <a:endParaRPr lang="en-US" sz="1800" kern="1200"/>
        </a:p>
      </dsp:txBody>
      <dsp:txXfrm>
        <a:off x="1059754" y="1151227"/>
        <a:ext cx="5304469" cy="917536"/>
      </dsp:txXfrm>
    </dsp:sp>
    <dsp:sp modelId="{95DC70DE-63F7-44A0-A9F0-930E1EB6BA1A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CC9D9-5D3F-416E-A8B1-786862ABFD77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46968-0036-4692-B450-76036FAF3725}">
      <dsp:nvSpPr>
        <dsp:cNvPr id="0" name=""/>
        <dsp:cNvSpPr/>
      </dsp:nvSpPr>
      <dsp:spPr>
        <a:xfrm>
          <a:off x="1059754" y="2298147"/>
          <a:ext cx="2863900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Tentukan arah berdasarkan perbandingan target:</a:t>
          </a:r>
          <a:endParaRPr lang="en-US" sz="1800" kern="1200"/>
        </a:p>
      </dsp:txBody>
      <dsp:txXfrm>
        <a:off x="1059754" y="2298147"/>
        <a:ext cx="2863900" cy="917536"/>
      </dsp:txXfrm>
    </dsp:sp>
    <dsp:sp modelId="{546ABE49-956B-4456-93CD-1FE71379CD05}">
      <dsp:nvSpPr>
        <dsp:cNvPr id="0" name=""/>
        <dsp:cNvSpPr/>
      </dsp:nvSpPr>
      <dsp:spPr>
        <a:xfrm>
          <a:off x="3923655" y="2298147"/>
          <a:ext cx="2440568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target &lt; probe.data → traversal mundur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target &gt; probe.data → traversal maju</a:t>
          </a:r>
          <a:endParaRPr lang="en-US" sz="1100" kern="1200"/>
        </a:p>
      </dsp:txBody>
      <dsp:txXfrm>
        <a:off x="3923655" y="2298147"/>
        <a:ext cx="2440568" cy="917536"/>
      </dsp:txXfrm>
    </dsp:sp>
    <dsp:sp modelId="{69285F5F-2D92-4A75-9762-EA2BE3939BBE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91711-07DA-41B9-8B58-FA2D8F17C0D7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8C866-D7C7-464F-AEDD-F9450AD588AC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Cocok untuk sequential search berulang pada list besar</a:t>
          </a:r>
          <a:endParaRPr lang="en-US" sz="1800" kern="1200"/>
        </a:p>
      </dsp:txBody>
      <dsp:txXfrm>
        <a:off x="1059754" y="3445068"/>
        <a:ext cx="5304469" cy="917536"/>
      </dsp:txXfrm>
    </dsp:sp>
    <dsp:sp modelId="{FA4211AD-8373-4347-BC6D-86E951805214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CB23B-349A-4534-BB91-3C6586A88D43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9A1A7-15E4-41C9-B027-CC3031EF5940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Worst-case tetap O(n), tapi average-case meningkat drastis</a:t>
          </a:r>
          <a:endParaRPr lang="en-US" sz="1800" kern="1200"/>
        </a:p>
      </dsp:txBody>
      <dsp:txXfrm>
        <a:off x="1059754" y="4591988"/>
        <a:ext cx="5304469" cy="9175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E8D63-1D8E-4743-B7A9-229A39919B9E}">
      <dsp:nvSpPr>
        <dsp:cNvPr id="0" name=""/>
        <dsp:cNvSpPr/>
      </dsp:nvSpPr>
      <dsp:spPr>
        <a:xfrm>
          <a:off x="0" y="424475"/>
          <a:ext cx="6364224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Tambahkan check batas sebelum traversal:</a:t>
          </a:r>
        </a:p>
      </dsp:txBody>
      <dsp:txXfrm>
        <a:off x="25759" y="450234"/>
        <a:ext cx="6312706" cy="476152"/>
      </dsp:txXfrm>
    </dsp:sp>
    <dsp:sp modelId="{E9093C08-B19B-4ECD-B7FB-FDA083974D5C}">
      <dsp:nvSpPr>
        <dsp:cNvPr id="0" name=""/>
        <dsp:cNvSpPr/>
      </dsp:nvSpPr>
      <dsp:spPr>
        <a:xfrm>
          <a:off x="0" y="1015505"/>
          <a:ext cx="6364224" cy="527670"/>
        </a:xfrm>
        <a:prstGeom prst="round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if target &lt; head.data or target &gt; tail.data:</a:t>
          </a:r>
        </a:p>
      </dsp:txBody>
      <dsp:txXfrm>
        <a:off x="25759" y="1041264"/>
        <a:ext cx="6312706" cy="476152"/>
      </dsp:txXfrm>
    </dsp:sp>
    <dsp:sp modelId="{19937D67-F236-496F-9068-CBBA6834518D}">
      <dsp:nvSpPr>
        <dsp:cNvPr id="0" name=""/>
        <dsp:cNvSpPr/>
      </dsp:nvSpPr>
      <dsp:spPr>
        <a:xfrm>
          <a:off x="0" y="1606535"/>
          <a:ext cx="6364224" cy="527670"/>
        </a:xfrm>
        <a:prstGeom prst="round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return False  # Target pasti tidak ada</a:t>
          </a:r>
        </a:p>
      </dsp:txBody>
      <dsp:txXfrm>
        <a:off x="25759" y="1632294"/>
        <a:ext cx="6312706" cy="476152"/>
      </dsp:txXfrm>
    </dsp:sp>
    <dsp:sp modelId="{83AAEFD3-C336-46D7-B485-BCAF51743FA5}">
      <dsp:nvSpPr>
        <dsp:cNvPr id="0" name=""/>
        <dsp:cNvSpPr/>
      </dsp:nvSpPr>
      <dsp:spPr>
        <a:xfrm>
          <a:off x="0" y="2197565"/>
          <a:ext cx="6364224" cy="527670"/>
        </a:xfrm>
        <a:prstGeom prst="round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Ilustrasi:</a:t>
          </a:r>
        </a:p>
      </dsp:txBody>
      <dsp:txXfrm>
        <a:off x="25759" y="2223324"/>
        <a:ext cx="6312706" cy="476152"/>
      </dsp:txXfrm>
    </dsp:sp>
    <dsp:sp modelId="{A88827CC-B294-4D9E-B64E-7C8C98F93C7A}">
      <dsp:nvSpPr>
        <dsp:cNvPr id="0" name=""/>
        <dsp:cNvSpPr/>
      </dsp:nvSpPr>
      <dsp:spPr>
        <a:xfrm>
          <a:off x="0" y="2788596"/>
          <a:ext cx="6364224" cy="527670"/>
        </a:xfrm>
        <a:prstGeom prst="round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List: [10] ↔ [25] ↔ [40] ↔ [60]</a:t>
          </a:r>
        </a:p>
      </dsp:txBody>
      <dsp:txXfrm>
        <a:off x="25759" y="2814355"/>
        <a:ext cx="6312706" cy="476152"/>
      </dsp:txXfrm>
    </dsp:sp>
    <dsp:sp modelId="{4C568798-59A7-4AA8-8DF7-445F4E0FE447}">
      <dsp:nvSpPr>
        <dsp:cNvPr id="0" name=""/>
        <dsp:cNvSpPr/>
      </dsp:nvSpPr>
      <dsp:spPr>
        <a:xfrm>
          <a:off x="0" y="3379626"/>
          <a:ext cx="6364224" cy="527670"/>
        </a:xfrm>
        <a:prstGeom prst="round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Search 5 → 5 &lt; 10 → langsung False</a:t>
          </a:r>
        </a:p>
      </dsp:txBody>
      <dsp:txXfrm>
        <a:off x="25759" y="3405385"/>
        <a:ext cx="6312706" cy="476152"/>
      </dsp:txXfrm>
    </dsp:sp>
    <dsp:sp modelId="{5AE95785-BF4A-41ED-B999-E359FCC3C35D}">
      <dsp:nvSpPr>
        <dsp:cNvPr id="0" name=""/>
        <dsp:cNvSpPr/>
      </dsp:nvSpPr>
      <dsp:spPr>
        <a:xfrm>
          <a:off x="0" y="3970656"/>
          <a:ext cx="6364224" cy="527670"/>
        </a:xfrm>
        <a:prstGeom prst="round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Search 100 → 100 &gt; 60 → langsung False</a:t>
          </a:r>
        </a:p>
      </dsp:txBody>
      <dsp:txXfrm>
        <a:off x="25759" y="3996415"/>
        <a:ext cx="6312706" cy="476152"/>
      </dsp:txXfrm>
    </dsp:sp>
    <dsp:sp modelId="{1F0D4211-4FFB-48A7-B65C-B275824CF174}">
      <dsp:nvSpPr>
        <dsp:cNvPr id="0" name=""/>
        <dsp:cNvSpPr/>
      </dsp:nvSpPr>
      <dsp:spPr>
        <a:xfrm>
          <a:off x="0" y="4561686"/>
          <a:ext cx="6364224" cy="5276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Efek: Signifikan mengurangi komputasi pada list besar</a:t>
          </a:r>
        </a:p>
      </dsp:txBody>
      <dsp:txXfrm>
        <a:off x="25759" y="4587445"/>
        <a:ext cx="6312706" cy="4761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FD61EA-C323-4A38-807B-BD05B84CFBA5}">
      <dsp:nvSpPr>
        <dsp:cNvPr id="0" name=""/>
        <dsp:cNvSpPr/>
      </dsp:nvSpPr>
      <dsp:spPr>
        <a:xfrm>
          <a:off x="1272844" y="2544"/>
          <a:ext cx="5091379" cy="13178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87" tIns="334742" rIns="98787" bIns="33474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Kasus 1: List kosong → head = tail = newNode</a:t>
          </a:r>
        </a:p>
      </dsp:txBody>
      <dsp:txXfrm>
        <a:off x="1272844" y="2544"/>
        <a:ext cx="5091379" cy="1317881"/>
      </dsp:txXfrm>
    </dsp:sp>
    <dsp:sp modelId="{24EB01EF-B95F-43C9-95B8-6ADE3EA579BA}">
      <dsp:nvSpPr>
        <dsp:cNvPr id="0" name=""/>
        <dsp:cNvSpPr/>
      </dsp:nvSpPr>
      <dsp:spPr>
        <a:xfrm>
          <a:off x="0" y="2544"/>
          <a:ext cx="1272844" cy="131788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55" tIns="130177" rIns="67355" bIns="13017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List</a:t>
          </a:r>
        </a:p>
      </dsp:txBody>
      <dsp:txXfrm>
        <a:off x="0" y="2544"/>
        <a:ext cx="1272844" cy="1317881"/>
      </dsp:txXfrm>
    </dsp:sp>
    <dsp:sp modelId="{17D1CDF8-9F60-450D-8B4A-D6B241EBF58F}">
      <dsp:nvSpPr>
        <dsp:cNvPr id="0" name=""/>
        <dsp:cNvSpPr/>
      </dsp:nvSpPr>
      <dsp:spPr>
        <a:xfrm>
          <a:off x="1272844" y="1399498"/>
          <a:ext cx="5091379" cy="1317881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87" tIns="334742" rIns="98787" bIns="334742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Kasus 2: Insert di depan (value &lt; head.data)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newNode.next = head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head.prev = newNode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head = newNode</a:t>
          </a:r>
        </a:p>
      </dsp:txBody>
      <dsp:txXfrm>
        <a:off x="1272844" y="1399498"/>
        <a:ext cx="5091379" cy="1317881"/>
      </dsp:txXfrm>
    </dsp:sp>
    <dsp:sp modelId="{7218E3E3-639F-4542-8E0B-4B12251517D1}">
      <dsp:nvSpPr>
        <dsp:cNvPr id="0" name=""/>
        <dsp:cNvSpPr/>
      </dsp:nvSpPr>
      <dsp:spPr>
        <a:xfrm>
          <a:off x="0" y="1399498"/>
          <a:ext cx="1272844" cy="1317881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55" tIns="130177" rIns="67355" bIns="13017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Insert</a:t>
          </a:r>
        </a:p>
      </dsp:txBody>
      <dsp:txXfrm>
        <a:off x="0" y="1399498"/>
        <a:ext cx="1272844" cy="1317881"/>
      </dsp:txXfrm>
    </dsp:sp>
    <dsp:sp modelId="{C19BE09C-8F1C-41C2-886C-D8ED9ABD16C7}">
      <dsp:nvSpPr>
        <dsp:cNvPr id="0" name=""/>
        <dsp:cNvSpPr/>
      </dsp:nvSpPr>
      <dsp:spPr>
        <a:xfrm>
          <a:off x="1272844" y="2796452"/>
          <a:ext cx="5091379" cy="1317881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87" tIns="334742" rIns="98787" bIns="33474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Kasus 3: Insert di belakang (value &gt; tail.data)</a:t>
          </a:r>
        </a:p>
      </dsp:txBody>
      <dsp:txXfrm>
        <a:off x="1272844" y="2796452"/>
        <a:ext cx="5091379" cy="1317881"/>
      </dsp:txXfrm>
    </dsp:sp>
    <dsp:sp modelId="{09838788-09BB-4AAC-9E73-8793264AE6D7}">
      <dsp:nvSpPr>
        <dsp:cNvPr id="0" name=""/>
        <dsp:cNvSpPr/>
      </dsp:nvSpPr>
      <dsp:spPr>
        <a:xfrm>
          <a:off x="0" y="2796452"/>
          <a:ext cx="1272844" cy="1317881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55" tIns="130177" rIns="67355" bIns="13017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Insert</a:t>
          </a:r>
        </a:p>
      </dsp:txBody>
      <dsp:txXfrm>
        <a:off x="0" y="2796452"/>
        <a:ext cx="1272844" cy="1317881"/>
      </dsp:txXfrm>
    </dsp:sp>
    <dsp:sp modelId="{4BB5783F-6EEE-44B1-8E8C-83CF747A7FD5}">
      <dsp:nvSpPr>
        <dsp:cNvPr id="0" name=""/>
        <dsp:cNvSpPr/>
      </dsp:nvSpPr>
      <dsp:spPr>
        <a:xfrm>
          <a:off x="1272844" y="4193406"/>
          <a:ext cx="5091379" cy="1317881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87" tIns="334742" rIns="98787" bIns="33474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Kasus 4: Insert di tengah (manipulasi 4 link)</a:t>
          </a:r>
        </a:p>
      </dsp:txBody>
      <dsp:txXfrm>
        <a:off x="1272844" y="4193406"/>
        <a:ext cx="5091379" cy="1317881"/>
      </dsp:txXfrm>
    </dsp:sp>
    <dsp:sp modelId="{5FD19F9D-35B2-45D3-A68C-8DC6B6D3C721}">
      <dsp:nvSpPr>
        <dsp:cNvPr id="0" name=""/>
        <dsp:cNvSpPr/>
      </dsp:nvSpPr>
      <dsp:spPr>
        <a:xfrm>
          <a:off x="0" y="4193406"/>
          <a:ext cx="1272844" cy="131788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55" tIns="130177" rIns="67355" bIns="13017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Insert</a:t>
          </a:r>
        </a:p>
      </dsp:txBody>
      <dsp:txXfrm>
        <a:off x="0" y="4193406"/>
        <a:ext cx="1272844" cy="13178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4B2F0-830C-437E-B6BB-C22CC473427E}">
      <dsp:nvSpPr>
        <dsp:cNvPr id="0" name=""/>
        <dsp:cNvSpPr/>
      </dsp:nvSpPr>
      <dsp:spPr>
        <a:xfrm>
          <a:off x="0" y="465080"/>
          <a:ext cx="6291714" cy="52467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Sebelum: [A] ↔ [B] ↔ [C]</a:t>
          </a:r>
          <a:endParaRPr lang="en-US" sz="2000" kern="1200"/>
        </a:p>
      </dsp:txBody>
      <dsp:txXfrm>
        <a:off x="25612" y="490692"/>
        <a:ext cx="6240490" cy="473447"/>
      </dsp:txXfrm>
    </dsp:sp>
    <dsp:sp modelId="{81E07982-7604-4185-845B-ADE57CB2D8D1}">
      <dsp:nvSpPr>
        <dsp:cNvPr id="0" name=""/>
        <dsp:cNvSpPr/>
      </dsp:nvSpPr>
      <dsp:spPr>
        <a:xfrm>
          <a:off x="0" y="1047351"/>
          <a:ext cx="6291714" cy="524671"/>
        </a:xfrm>
        <a:prstGeom prst="roundRect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Insert X sebelum B:</a:t>
          </a:r>
          <a:endParaRPr lang="en-US" sz="2000" kern="1200"/>
        </a:p>
      </dsp:txBody>
      <dsp:txXfrm>
        <a:off x="25612" y="1072963"/>
        <a:ext cx="6240490" cy="473447"/>
      </dsp:txXfrm>
    </dsp:sp>
    <dsp:sp modelId="{1593353A-FA45-4135-A204-35FE3F1E348F}">
      <dsp:nvSpPr>
        <dsp:cNvPr id="0" name=""/>
        <dsp:cNvSpPr/>
      </dsp:nvSpPr>
      <dsp:spPr>
        <a:xfrm>
          <a:off x="0" y="1629623"/>
          <a:ext cx="6291714" cy="524671"/>
        </a:xfrm>
        <a:prstGeom prst="roundRect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1. X.next = B</a:t>
          </a:r>
          <a:endParaRPr lang="en-US" sz="2000" kern="1200"/>
        </a:p>
      </dsp:txBody>
      <dsp:txXfrm>
        <a:off x="25612" y="1655235"/>
        <a:ext cx="6240490" cy="473447"/>
      </dsp:txXfrm>
    </dsp:sp>
    <dsp:sp modelId="{9AA22B41-6CDC-4C67-8E38-5D62E6FCA524}">
      <dsp:nvSpPr>
        <dsp:cNvPr id="0" name=""/>
        <dsp:cNvSpPr/>
      </dsp:nvSpPr>
      <dsp:spPr>
        <a:xfrm>
          <a:off x="0" y="2211895"/>
          <a:ext cx="6291714" cy="524671"/>
        </a:xfrm>
        <a:prstGeom prst="roundRect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2. X.prev = A</a:t>
          </a:r>
          <a:endParaRPr lang="en-US" sz="2000" kern="1200"/>
        </a:p>
      </dsp:txBody>
      <dsp:txXfrm>
        <a:off x="25612" y="2237507"/>
        <a:ext cx="6240490" cy="473447"/>
      </dsp:txXfrm>
    </dsp:sp>
    <dsp:sp modelId="{E336940D-F487-4CFE-839E-8F0B84C06BFE}">
      <dsp:nvSpPr>
        <dsp:cNvPr id="0" name=""/>
        <dsp:cNvSpPr/>
      </dsp:nvSpPr>
      <dsp:spPr>
        <a:xfrm>
          <a:off x="0" y="2794167"/>
          <a:ext cx="6291714" cy="524671"/>
        </a:xfrm>
        <a:prstGeom prst="roundRect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3. A.next = X</a:t>
          </a:r>
          <a:endParaRPr lang="en-US" sz="2000" kern="1200"/>
        </a:p>
      </dsp:txBody>
      <dsp:txXfrm>
        <a:off x="25612" y="2819779"/>
        <a:ext cx="6240490" cy="473447"/>
      </dsp:txXfrm>
    </dsp:sp>
    <dsp:sp modelId="{9A81CFE0-59A3-42DD-8289-054C48202E11}">
      <dsp:nvSpPr>
        <dsp:cNvPr id="0" name=""/>
        <dsp:cNvSpPr/>
      </dsp:nvSpPr>
      <dsp:spPr>
        <a:xfrm>
          <a:off x="0" y="3376439"/>
          <a:ext cx="6291714" cy="524671"/>
        </a:xfrm>
        <a:prstGeom prst="roundRect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4. B.prev = X</a:t>
          </a:r>
          <a:endParaRPr lang="en-US" sz="2000" kern="1200"/>
        </a:p>
      </dsp:txBody>
      <dsp:txXfrm>
        <a:off x="25612" y="3402051"/>
        <a:ext cx="6240490" cy="473447"/>
      </dsp:txXfrm>
    </dsp:sp>
    <dsp:sp modelId="{919FB220-0704-4AD8-9CFD-365D901088ED}">
      <dsp:nvSpPr>
        <dsp:cNvPr id="0" name=""/>
        <dsp:cNvSpPr/>
      </dsp:nvSpPr>
      <dsp:spPr>
        <a:xfrm>
          <a:off x="0" y="3958711"/>
          <a:ext cx="6291714" cy="524671"/>
        </a:xfrm>
        <a:prstGeom prst="roundRect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Hasil: [A] ↔ [X] ↔ [B] ↔ [C]</a:t>
          </a:r>
          <a:endParaRPr lang="en-US" sz="2000" kern="1200"/>
        </a:p>
      </dsp:txBody>
      <dsp:txXfrm>
        <a:off x="25612" y="3984323"/>
        <a:ext cx="6240490" cy="473447"/>
      </dsp:txXfrm>
    </dsp:sp>
    <dsp:sp modelId="{EF48C69E-0D66-4895-9F3B-EB09119310FC}">
      <dsp:nvSpPr>
        <dsp:cNvPr id="0" name=""/>
        <dsp:cNvSpPr/>
      </dsp:nvSpPr>
      <dsp:spPr>
        <a:xfrm>
          <a:off x="0" y="4540983"/>
          <a:ext cx="6291714" cy="524671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⚠️ Urutan operasi penting untuk hindari lost reference</a:t>
          </a:r>
          <a:endParaRPr lang="en-US" sz="2000" kern="1200"/>
        </a:p>
      </dsp:txBody>
      <dsp:txXfrm>
        <a:off x="25612" y="4566595"/>
        <a:ext cx="6240490" cy="4734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798CB-E4C1-43FE-ABD7-E66C204CB8EA}">
      <dsp:nvSpPr>
        <dsp:cNvPr id="0" name=""/>
        <dsp:cNvSpPr/>
      </dsp:nvSpPr>
      <dsp:spPr>
        <a:xfrm>
          <a:off x="0" y="97182"/>
          <a:ext cx="629171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Kebutuhan: Kelola teks dinamis, cursor, insert/delete</a:t>
          </a:r>
          <a:endParaRPr lang="en-US" sz="2600" kern="1200"/>
        </a:p>
      </dsp:txBody>
      <dsp:txXfrm>
        <a:off x="50489" y="147671"/>
        <a:ext cx="6190736" cy="933302"/>
      </dsp:txXfrm>
    </dsp:sp>
    <dsp:sp modelId="{37C66ECA-AF0A-451F-A21F-F8AE093E23A1}">
      <dsp:nvSpPr>
        <dsp:cNvPr id="0" name=""/>
        <dsp:cNvSpPr/>
      </dsp:nvSpPr>
      <dsp:spPr>
        <a:xfrm>
          <a:off x="0" y="1206342"/>
          <a:ext cx="6291714" cy="10342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Abstraksi Dokumen:</a:t>
          </a:r>
          <a:endParaRPr lang="en-US" sz="2600" kern="1200"/>
        </a:p>
      </dsp:txBody>
      <dsp:txXfrm>
        <a:off x="50489" y="1256831"/>
        <a:ext cx="6190736" cy="933302"/>
      </dsp:txXfrm>
    </dsp:sp>
    <dsp:sp modelId="{30259B7E-D8EC-499E-8C3A-A447AB9078A7}">
      <dsp:nvSpPr>
        <dsp:cNvPr id="0" name=""/>
        <dsp:cNvSpPr/>
      </dsp:nvSpPr>
      <dsp:spPr>
        <a:xfrm>
          <a:off x="0" y="2240622"/>
          <a:ext cx="6291714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76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/>
            <a:t>Tampilan: baris &amp; kolom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/>
            <a:t>Penyimpanan fisik: stream karakter + '\n'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/>
            <a:t>Empty doc = 1 blank line ['\n']</a:t>
          </a:r>
          <a:endParaRPr lang="en-US" sz="2000" kern="1200"/>
        </a:p>
      </dsp:txBody>
      <dsp:txXfrm>
        <a:off x="0" y="2240622"/>
        <a:ext cx="6291714" cy="1049490"/>
      </dsp:txXfrm>
    </dsp:sp>
    <dsp:sp modelId="{77026212-8951-408C-B544-3788F94840B7}">
      <dsp:nvSpPr>
        <dsp:cNvPr id="0" name=""/>
        <dsp:cNvSpPr/>
      </dsp:nvSpPr>
      <dsp:spPr>
        <a:xfrm>
          <a:off x="0" y="3290112"/>
          <a:ext cx="6291714" cy="10342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Operasi Inti: cursor movement, addChar, deleteChar, breakLine, merge lines</a:t>
          </a:r>
          <a:endParaRPr lang="en-US" sz="2600" kern="1200"/>
        </a:p>
      </dsp:txBody>
      <dsp:txXfrm>
        <a:off x="50489" y="3340601"/>
        <a:ext cx="6190736" cy="933302"/>
      </dsp:txXfrm>
    </dsp:sp>
    <dsp:sp modelId="{039D859D-F6F0-4396-AB66-97E2D327E854}">
      <dsp:nvSpPr>
        <dsp:cNvPr id="0" name=""/>
        <dsp:cNvSpPr/>
      </dsp:nvSpPr>
      <dsp:spPr>
        <a:xfrm>
          <a:off x="0" y="4399272"/>
          <a:ext cx="6291714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Implementasi optimal: Doubly Linked List of Python Lists</a:t>
          </a:r>
          <a:endParaRPr lang="en-US" sz="2600" kern="1200"/>
        </a:p>
      </dsp:txBody>
      <dsp:txXfrm>
        <a:off x="50489" y="4449761"/>
        <a:ext cx="6190736" cy="9333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68C95-A0AA-47D4-8541-1F2CC501D9F2}">
      <dsp:nvSpPr>
        <dsp:cNvPr id="0" name=""/>
        <dsp:cNvSpPr/>
      </dsp:nvSpPr>
      <dsp:spPr>
        <a:xfrm rot="5400000">
          <a:off x="3199224" y="-664354"/>
          <a:ext cx="2158282" cy="402669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Setiap baris = DListNode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DListNode.text = Python list of chars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DLL menghubungkan baris-baris tersebut</a:t>
          </a:r>
          <a:endParaRPr lang="en-US" sz="2000" kern="1200"/>
        </a:p>
      </dsp:txBody>
      <dsp:txXfrm rot="-5400000">
        <a:off x="2265018" y="375211"/>
        <a:ext cx="3921337" cy="1947564"/>
      </dsp:txXfrm>
    </dsp:sp>
    <dsp:sp modelId="{A4F58F7E-9928-46D1-9478-6DE3F2C91972}">
      <dsp:nvSpPr>
        <dsp:cNvPr id="0" name=""/>
        <dsp:cNvSpPr/>
      </dsp:nvSpPr>
      <dsp:spPr>
        <a:xfrm>
          <a:off x="0" y="67"/>
          <a:ext cx="2265017" cy="26978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Struktur:</a:t>
          </a:r>
          <a:endParaRPr lang="en-US" sz="2700" kern="1200"/>
        </a:p>
      </dsp:txBody>
      <dsp:txXfrm>
        <a:off x="110569" y="110636"/>
        <a:ext cx="2043879" cy="2476715"/>
      </dsp:txXfrm>
    </dsp:sp>
    <dsp:sp modelId="{591C76A7-7A4D-4AE2-A193-8B69033A7AE8}">
      <dsp:nvSpPr>
        <dsp:cNvPr id="0" name=""/>
        <dsp:cNvSpPr/>
      </dsp:nvSpPr>
      <dsp:spPr>
        <a:xfrm rot="5400000">
          <a:off x="3199224" y="2168392"/>
          <a:ext cx="2158282" cy="4026696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Insert/delete baris: O(1)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Modifikasi karakter: O(k) rata-rata cepat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Python list mutable, lebih efisien dari string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/>
            <a:t>Bidirectional navigation via DLL</a:t>
          </a:r>
          <a:endParaRPr lang="en-US" sz="2000" kern="1200"/>
        </a:p>
      </dsp:txBody>
      <dsp:txXfrm rot="-5400000">
        <a:off x="2265018" y="3207958"/>
        <a:ext cx="3921337" cy="1947564"/>
      </dsp:txXfrm>
    </dsp:sp>
    <dsp:sp modelId="{7C794B66-C8F5-4695-9BC5-C7C91BC1F265}">
      <dsp:nvSpPr>
        <dsp:cNvPr id="0" name=""/>
        <dsp:cNvSpPr/>
      </dsp:nvSpPr>
      <dsp:spPr>
        <a:xfrm>
          <a:off x="0" y="2832813"/>
          <a:ext cx="2265017" cy="269785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Keuntungan:</a:t>
          </a:r>
          <a:endParaRPr lang="en-US" sz="2700" kern="1200"/>
        </a:p>
      </dsp:txBody>
      <dsp:txXfrm>
        <a:off x="110569" y="2943382"/>
        <a:ext cx="2043879" cy="2476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500" b="1"/>
            </a:pPr>
            <a:r>
              <a:t>Struktur Data Lanjut</a:t>
            </a:r>
          </a:p>
          <a:p>
            <a:pPr>
              <a:defRPr sz="1500" b="1"/>
            </a:pPr>
            <a:r>
              <a:t>Materi Pokok:</a:t>
            </a:r>
          </a:p>
          <a:p>
            <a:pPr lvl="1">
              <a:defRPr sz="1400" b="0"/>
            </a:pPr>
            <a:r>
              <a:t>Doubly Linked List</a:t>
            </a:r>
          </a:p>
          <a:p>
            <a:pPr lvl="1">
              <a:defRPr sz="1400" b="0"/>
            </a:pPr>
            <a:r>
              <a:t>Circular Linked List</a:t>
            </a:r>
          </a:p>
          <a:p>
            <a:pPr lvl="1">
              <a:defRPr sz="1400" b="0"/>
            </a:pPr>
            <a:r>
              <a:t>Multi-Linked Lists</a:t>
            </a:r>
          </a:p>
          <a:p>
            <a:pPr lvl="1">
              <a:defRPr sz="1400" b="0"/>
            </a:pPr>
            <a:r>
              <a:t>Complex Iterators</a:t>
            </a:r>
          </a:p>
          <a:p>
            <a:pPr lvl="1">
              <a:defRPr sz="1400" b="0"/>
            </a:pPr>
            <a:r>
              <a:t>Aplikasi: Text Editor Buffer</a:t>
            </a:r>
          </a:p>
          <a:p>
            <a:pPr>
              <a:defRPr sz="1500" b="1"/>
            </a:pPr>
            <a:r>
              <a:t>Sumber: Chapter 9 - Advanced 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🎯 Tujuan Pembelajaran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t>Setelah mempelajari materi ini, Anda mampu:</a:t>
            </a:r>
          </a:p>
          <a:p>
            <a:pPr lvl="1">
              <a:defRPr sz="1400" b="0"/>
            </a:pPr>
            <a:r>
              <a:t>Memahami konsep Doubly Linked List &amp; operasinya</a:t>
            </a:r>
          </a:p>
          <a:p>
            <a:pPr lvl="1">
              <a:defRPr sz="1400" b="0"/>
            </a:pPr>
            <a:r>
              <a:t>Mengimplementasikan Circular Linked List</a:t>
            </a:r>
          </a:p>
          <a:p>
            <a:pPr lvl="1">
              <a:defRPr sz="1400" b="0"/>
            </a:pPr>
            <a:r>
              <a:t>Merancang Multi-Linked Lists untuk multiple access</a:t>
            </a:r>
          </a:p>
          <a:p>
            <a:pPr lvl="1">
              <a:defRPr sz="1400" b="0"/>
            </a:pPr>
            <a:r>
              <a:t>Membangun iterator kompleks untuk struktur nested</a:t>
            </a:r>
          </a:p>
          <a:p>
            <a:pPr lvl="1">
              <a:defRPr sz="1400" b="0"/>
            </a:pPr>
            <a:r>
              <a:t>Menerapkan konsep dalam Edit Buffer ADT (Text Editor)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📋 Review: Singly Linked List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11EE3B4-8F13-B533-1448-E880083AF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45025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🤔 Mengapa Perlu Advanced Linked Lists?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E78C28-5772-0354-3C82-6BBBB79DA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040398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🔗 Doubly Linked List: Definisi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6477B3-1B3D-D3C6-C92F-39BED6DCF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630743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💻 Struktur Node Doubly Linked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95" y="1553323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DListNode</a:t>
            </a:r>
            <a:r>
              <a:rPr dirty="0"/>
              <a:t>:</a:t>
            </a:r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  - def __</a:t>
            </a:r>
            <a:r>
              <a:rPr dirty="0" err="1"/>
              <a:t>init</a:t>
            </a:r>
            <a:r>
              <a:rPr dirty="0"/>
              <a:t>__(self, data):</a:t>
            </a:r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      </a:t>
            </a:r>
            <a:r>
              <a:rPr dirty="0" err="1"/>
              <a:t>self.data</a:t>
            </a:r>
            <a:r>
              <a:rPr dirty="0"/>
              <a:t> = data</a:t>
            </a:r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      </a:t>
            </a:r>
            <a:r>
              <a:rPr dirty="0" err="1"/>
              <a:t>self.next</a:t>
            </a:r>
            <a:r>
              <a:rPr dirty="0"/>
              <a:t> = None</a:t>
            </a:r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      </a:t>
            </a:r>
            <a:r>
              <a:rPr dirty="0" err="1"/>
              <a:t>self.prev</a:t>
            </a:r>
            <a:r>
              <a:rPr dirty="0"/>
              <a:t> = None</a:t>
            </a: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lang="en-US"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endParaRPr dirty="0"/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 err="1"/>
              <a:t>Catatan</a:t>
            </a:r>
            <a:r>
              <a:rPr dirty="0"/>
              <a:t>:</a:t>
            </a:r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  - </a:t>
            </a:r>
            <a:r>
              <a:rPr dirty="0" err="1"/>
              <a:t>Setiap</a:t>
            </a:r>
            <a:r>
              <a:rPr dirty="0"/>
              <a:t> node </a:t>
            </a:r>
            <a:r>
              <a:rPr dirty="0" err="1"/>
              <a:t>memakan</a:t>
            </a:r>
            <a:r>
              <a:rPr dirty="0"/>
              <a:t> </a:t>
            </a:r>
            <a:r>
              <a:rPr dirty="0" err="1"/>
              <a:t>memori</a:t>
            </a:r>
            <a:r>
              <a:rPr dirty="0"/>
              <a:t> lebih </a:t>
            </a:r>
            <a:r>
              <a:rPr dirty="0" err="1"/>
              <a:t>besar</a:t>
            </a:r>
            <a:r>
              <a:rPr dirty="0"/>
              <a:t> (2 pointer </a:t>
            </a:r>
            <a:r>
              <a:rPr dirty="0" err="1"/>
              <a:t>ekstra</a:t>
            </a:r>
            <a:r>
              <a:rPr dirty="0"/>
              <a:t>)</a:t>
            </a:r>
          </a:p>
          <a:p>
            <a:pPr>
              <a:defRPr sz="1400">
                <a:solidFill>
                  <a:srgbClr val="1A1A1A"/>
                </a:solidFill>
                <a:latin typeface="Consolas"/>
              </a:defRPr>
            </a:pPr>
            <a:r>
              <a:rPr dirty="0"/>
              <a:t>  - Trade-off: </a:t>
            </a:r>
            <a:r>
              <a:rPr dirty="0" err="1"/>
              <a:t>fleksibilitas</a:t>
            </a:r>
            <a:r>
              <a:rPr dirty="0"/>
              <a:t> vs overhead </a:t>
            </a:r>
            <a:r>
              <a:rPr dirty="0" err="1"/>
              <a:t>memori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F78F18-95C8-A2AD-2D73-287C8F82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95" y="2711134"/>
            <a:ext cx="5822561" cy="20929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🗂️ Organisasi dengan Head &amp; Tail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F379D85-4325-B0BA-6A73-659461D38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6467892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➡️ Traversal Forward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forwardTraversal(head):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curNode = head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while curNode is not None: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print(curNode.data)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curNode = curNode.next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Alur: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- Mulai dari head, ikuti .next hingga NULL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- Kompleksitas: O(n)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⬅️ Traversal Reverse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revTraversal(tail):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curNode = tail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while curNode is not None: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print(curNode.data)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curNode = curNode.prev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Perbandingan: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- Singly List reverse: O(n²) atau perlu rekursi/stack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- Doubly List reverse: O(n) langsung via .prev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🔍 Searching dengan Probe Technique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AFD841-A90A-6220-D812-B2215BCF6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98264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⚡ Optimasi Early Termination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D867A8D-04E1-CF2E-548E-C0837BE06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95667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➕ Insertion: 4 Kasus DLL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499CF78D-59E1-6812-8097-FAAE3781D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31521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🔧 Manipulasi Link Insert Tengah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989B67-0FAA-E339-8158-95089D290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92529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 Insert Sorted DLL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if head is None: head = tail = newNode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elif value &lt; head.data: # insert depan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newNode.next = head; head.prev = newNode; head = newNode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elif value &gt; tail.data: # insert belakang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newNode.prev = tail; tail.next = newNode; tail = newNode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else: # insert tengah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node = head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while node.data &lt; value: node = node.next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newNode.next = node; newNode.prev = node.prev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node.prev.next = newNode; node.prev = newNode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➖ Deletion pada Doubly Linked List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t>Tidak perlu tracking predecessor (akses via .prev)</a:t>
            </a:r>
          </a:p>
          <a:p>
            <a:pPr>
              <a:defRPr sz="1500" b="1"/>
            </a:pPr>
            <a:r>
              <a:t>Langkah hapus node X:</a:t>
            </a:r>
          </a:p>
          <a:p>
            <a:pPr>
              <a:defRPr sz="1500" b="1"/>
            </a:pPr>
            <a:r>
              <a:t>1. X.prev.next = X.next</a:t>
            </a:r>
          </a:p>
          <a:p>
            <a:pPr>
              <a:defRPr sz="1500" b="1"/>
            </a:pPr>
            <a:r>
              <a:t>2. X.next.prev = X.prev</a:t>
            </a:r>
          </a:p>
          <a:p>
            <a:pPr>
              <a:defRPr sz="1500" b="1"/>
            </a:pPr>
            <a:r>
              <a:t>Edge Cases:</a:t>
            </a:r>
          </a:p>
          <a:p>
            <a:pPr lvl="1">
              <a:defRPr sz="1400" b="0"/>
            </a:pPr>
            <a:r>
              <a:t>Delete head: update head = head.next</a:t>
            </a:r>
          </a:p>
          <a:p>
            <a:pPr lvl="1">
              <a:defRPr sz="1400" b="0"/>
            </a:pPr>
            <a:r>
              <a:t>Delete tail: update tail = tail.prev</a:t>
            </a:r>
          </a:p>
          <a:p>
            <a:pPr lvl="1">
              <a:defRPr sz="1400" b="0"/>
            </a:pPr>
            <a:r>
              <a:t>Delete satu-satunya node: head = tail = None</a:t>
            </a:r>
          </a:p>
          <a:p>
            <a:pPr>
              <a:defRPr sz="1500" b="1"/>
            </a:pPr>
            <a:r>
              <a:t>Kompleksitas: O(1) jika referensi node diketahui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📊 Analisis Kompleksitas DLL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rPr lang="en-US" sz="1500"/>
              <a:t>Traversal (fwd/rev): O(n)</a:t>
            </a:r>
          </a:p>
          <a:p>
            <a:pPr>
              <a:defRPr sz="1500" b="1"/>
            </a:pPr>
            <a:r>
              <a:rPr lang="en-US" sz="1500"/>
              <a:t>Search (tanpa probe): O(n)</a:t>
            </a:r>
          </a:p>
          <a:p>
            <a:pPr>
              <a:defRPr sz="1500" b="1"/>
            </a:pPr>
            <a:r>
              <a:rPr lang="en-US" sz="1500"/>
              <a:t>Search (dengan probe): O(n) worst, O(k) avg</a:t>
            </a:r>
          </a:p>
          <a:p>
            <a:pPr>
              <a:defRPr sz="1500" b="1"/>
            </a:pPr>
            <a:r>
              <a:rPr lang="en-US" sz="1500"/>
              <a:t>Insert (sorted): O(n) cari posisi</a:t>
            </a:r>
          </a:p>
          <a:p>
            <a:pPr>
              <a:defRPr sz="1500" b="1"/>
            </a:pPr>
            <a:r>
              <a:rPr lang="en-US" sz="1500"/>
              <a:t>Insert (unsorted, depan): O(1)</a:t>
            </a:r>
          </a:p>
          <a:p>
            <a:pPr>
              <a:defRPr sz="1500" b="1"/>
            </a:pPr>
            <a:r>
              <a:rPr lang="en-US" sz="1500"/>
              <a:t>Delete (dengan referensi node): O(1)</a:t>
            </a:r>
          </a:p>
          <a:p>
            <a:pPr>
              <a:defRPr sz="1500" b="1"/>
            </a:pPr>
            <a:r>
              <a:rPr lang="en-US" sz="1500"/>
              <a:t>Trade-off: Memori ~2x pointer/node, tapi operasi lebih fleksibel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🌟 Aplikasi Doubly Linked List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>
              <a:defRPr sz="1500" b="1"/>
            </a:pPr>
            <a:r>
              <a:rPr lang="en-US" sz="1500"/>
              <a:t>Browser History: Forward/Backward navigation</a:t>
            </a:r>
          </a:p>
          <a:p>
            <a:pPr>
              <a:defRPr sz="1500" b="1"/>
            </a:pPr>
            <a:r>
              <a:rPr lang="en-US" sz="1500"/>
              <a:t>Music Playlist: Next/Previous track</a:t>
            </a:r>
          </a:p>
          <a:p>
            <a:pPr>
              <a:defRPr sz="1500" b="1"/>
            </a:pPr>
            <a:r>
              <a:rPr lang="en-US" sz="1500"/>
              <a:t>Undo/Redo Stack: State traversal dua arah</a:t>
            </a:r>
          </a:p>
          <a:p>
            <a:pPr>
              <a:defRPr sz="1500" b="1"/>
            </a:pPr>
            <a:r>
              <a:rPr lang="en-US" sz="1500"/>
              <a:t>Text Editor Buffer: Line management dinamis</a:t>
            </a:r>
          </a:p>
          <a:p>
            <a:pPr>
              <a:defRPr sz="1500" b="1"/>
            </a:pPr>
            <a:r>
              <a:rPr lang="en-US" sz="1500"/>
              <a:t>LRU Cache: Eviction &amp; access tracking</a:t>
            </a:r>
          </a:p>
          <a:p>
            <a:pPr>
              <a:defRPr sz="1500" b="1"/>
            </a:pPr>
            <a:r>
              <a:rPr lang="en-US" sz="1500"/>
              <a:t>💡 Ideal untuk aplikasi yang butuh navigasi dua arah atau modifikasi tengah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🔄 Circular Linked List: Konsep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t>Node terakhir menunjuk kembali ke node pertama</a:t>
            </a:r>
          </a:p>
          <a:p>
            <a:pPr>
              <a:defRPr sz="1500" b="1"/>
            </a:pPr>
            <a:r>
              <a:t>Visualisasi:</a:t>
            </a:r>
          </a:p>
          <a:p>
            <a:pPr>
              <a:defRPr sz="1500" b="1"/>
            </a:pPr>
            <a:r>
              <a:t>[A] → [B] → [C] → [A] (circular)</a:t>
            </a:r>
          </a:p>
          <a:p>
            <a:pPr>
              <a:defRPr sz="1500" b="1"/>
            </a:pPr>
            <a:r>
              <a:t>Karakteristik:</a:t>
            </a:r>
          </a:p>
          <a:p>
            <a:pPr lvl="1">
              <a:defRPr sz="1400" b="0"/>
            </a:pPr>
            <a:r>
              <a:t>Tidak ada NULL terminator</a:t>
            </a:r>
          </a:p>
          <a:p>
            <a:pPr lvl="1">
              <a:defRPr sz="1400" b="0"/>
            </a:pPr>
            <a:r>
              <a:t>Traversal bisa dimulai dari node mana saja</a:t>
            </a:r>
          </a:p>
          <a:p>
            <a:pPr lvl="1">
              <a:defRPr sz="1400" b="0"/>
            </a:pPr>
            <a:r>
              <a:t>Cocok untuk round-robin scheduling</a:t>
            </a:r>
          </a:p>
          <a:p>
            <a:pPr lvl="1">
              <a:defRPr sz="1400" b="0"/>
            </a:pPr>
            <a:r>
              <a:t>Bisa singly atau doubly version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🗂️ Organisasi Circular List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>
              <a:defRPr sz="1500" b="1"/>
            </a:pPr>
            <a:r>
              <a:t>Biasanya menggunakan 1 external reference: listRef</a:t>
            </a:r>
          </a:p>
          <a:p>
            <a:pPr>
              <a:defRPr sz="1500" b="1"/>
            </a:pPr>
            <a:r>
              <a:t>listRef biasanya menunjuk ke NODE TERAKHIR</a:t>
            </a:r>
          </a:p>
          <a:p>
            <a:pPr>
              <a:defRPr sz="1500" b="1"/>
            </a:pPr>
            <a:r>
              <a:t>Akses cepat:</a:t>
            </a:r>
          </a:p>
          <a:p>
            <a:pPr lvl="1">
              <a:defRPr sz="1400" b="0"/>
            </a:pPr>
            <a:r>
              <a:t>Last node: listRef</a:t>
            </a:r>
          </a:p>
          <a:p>
            <a:pPr lvl="1">
              <a:defRPr sz="1400" b="0"/>
            </a:pPr>
            <a:r>
              <a:t>First node: listRef.next</a:t>
            </a:r>
          </a:p>
          <a:p>
            <a:pPr>
              <a:defRPr sz="1500" b="1"/>
            </a:pPr>
            <a:r>
              <a:t>Keuntungan:</a:t>
            </a:r>
          </a:p>
          <a:p>
            <a:pPr lvl="1">
              <a:defRPr sz="1400" b="0"/>
            </a:pPr>
            <a:r>
              <a:t>Insert depan: O(1) via listRef.next</a:t>
            </a:r>
          </a:p>
          <a:p>
            <a:pPr lvl="1">
              <a:defRPr sz="1400" b="0"/>
            </a:pPr>
            <a:r>
              <a:t>Insert belakang: O(1) lalu update listRef = newNode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🚶 Traversal Circular Linked List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Tantangan: Tidak ada NULL untuk terminasi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Solusi: Gunakan flag &amp; alias check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traverse(listRef):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curNode = listRef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done = (listRef is None)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while not done: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curNode = curNode.next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visit(curNode)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done = (curNode is listRef)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🔍 Search pada Circular List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searchCircular(listRef, target):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curNode = listRef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done = (listRef is None)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while not done: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curNode = curNode.next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if curNode.data == target: return True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done = (curNode is listRef) or (curNode.data &gt; target)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return False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Optimasi: Early exit jika list sorted dan target &lt; current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➕ Insertion Circular List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>
              <a:defRPr sz="1500" b="1"/>
            </a:pPr>
            <a:r>
              <a:rPr lang="en-US" sz="1500"/>
              <a:t>4 Kasus insert:</a:t>
            </a:r>
          </a:p>
          <a:p>
            <a:pPr>
              <a:defRPr sz="1500" b="1"/>
            </a:pPr>
            <a:r>
              <a:rPr lang="en-US" sz="1500"/>
              <a:t>1. Empty: listRef = newNode; newNode.next = newNode</a:t>
            </a:r>
          </a:p>
          <a:p>
            <a:pPr>
              <a:defRPr sz="1500" b="1"/>
            </a:pPr>
            <a:r>
              <a:rPr lang="en-US" sz="1500"/>
              <a:t>2. Depan: newNode.next = listRef.next; listRef.next = newNode</a:t>
            </a:r>
          </a:p>
          <a:p>
            <a:pPr>
              <a:defRPr sz="1500" b="1"/>
            </a:pPr>
            <a:r>
              <a:rPr lang="en-US" sz="1500"/>
              <a:t>3. Belakang: seperti depan, lalu listRef = newNode</a:t>
            </a:r>
          </a:p>
          <a:p>
            <a:pPr>
              <a:defRPr sz="1500" b="1"/>
            </a:pPr>
            <a:r>
              <a:rPr lang="en-US" sz="1500"/>
              <a:t>4. Tengah: traversal cari posisi, adjust 2 link</a:t>
            </a:r>
          </a:p>
          <a:p>
            <a:pPr>
              <a:defRPr sz="1500" b="1"/>
            </a:pPr>
            <a:r>
              <a:rPr lang="en-US" sz="1500"/>
              <a:t>Urutan link assignment kritis untuk hindari loop rusak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🔀 Multi-Linked Lists: Konsep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>
              <a:defRPr sz="1500" b="1"/>
            </a:pPr>
            <a:r>
              <a:t>Setiap node memiliki MULTIPLE link fields</a:t>
            </a:r>
          </a:p>
          <a:p>
            <a:pPr>
              <a:defRPr sz="1500" b="1"/>
            </a:pPr>
            <a:r>
              <a:t>Membentuk beberapa chains dalam koleksi node sama</a:t>
            </a:r>
          </a:p>
          <a:p>
            <a:pPr>
              <a:defRPr sz="1500" b="1"/>
            </a:pPr>
            <a:r>
              <a:t>Contoh: Student Records</a:t>
            </a:r>
          </a:p>
          <a:p>
            <a:pPr lvl="1">
              <a:defRPr sz="1400" b="0"/>
            </a:pPr>
            <a:r>
              <a:t>Chain 1: sorted by ID (nextById)</a:t>
            </a:r>
          </a:p>
          <a:p>
            <a:pPr lvl="1">
              <a:defRPr sz="1400" b="0"/>
            </a:pPr>
            <a:r>
              <a:t>Chain 2: sorted by Name (nextByName)</a:t>
            </a:r>
          </a:p>
          <a:p>
            <a:pPr>
              <a:defRPr sz="1500" b="1"/>
            </a:pPr>
            <a:r>
              <a:t>Keuntungan: 1 node fisik, multiple logical views</a:t>
            </a:r>
          </a:p>
          <a:p>
            <a:pPr>
              <a:defRPr sz="1500" b="1"/>
            </a:pPr>
            <a:r>
              <a:t>Hemat memori, akses fleksibel sesuai kebutuhan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 Node Multi-Linked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class StudentMListNode: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def __init__(self, data):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self.data = 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self.nextById = None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self.nextByName = None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Insertion: 1 node instance, insert ke SEMUA chains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Deletion: hapus dari SEMUA chains sebelum dealokasi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Konsistensi link adalah kunci utama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🔗 Complete vs Partial Chains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>
              <a:defRPr sz="1500" b="1"/>
            </a:pPr>
            <a:r>
              <a:t>Complete Chains:</a:t>
            </a:r>
          </a:p>
          <a:p>
            <a:pPr lvl="1">
              <a:defRPr sz="1400" b="0"/>
            </a:pPr>
            <a:r>
              <a:t>Semua node masuk ke setiap chain</a:t>
            </a:r>
          </a:p>
          <a:p>
            <a:pPr lvl="1">
              <a:defRPr sz="1400" b="0"/>
            </a:pPr>
            <a:r>
              <a:t>Contoh: ID chain + Name chain (semua student)</a:t>
            </a:r>
          </a:p>
          <a:p>
            <a:pPr>
              <a:defRPr sz="1500" b="1"/>
            </a:pPr>
            <a:r>
              <a:t>Partial Chains:</a:t>
            </a:r>
          </a:p>
          <a:p>
            <a:pPr lvl="1">
              <a:defRPr sz="1400" b="0"/>
            </a:pPr>
            <a:r>
              <a:t>Hanya subset node dalam chain tertentu</a:t>
            </a:r>
          </a:p>
          <a:p>
            <a:pPr lvl="1">
              <a:defRPr sz="1400" b="0"/>
            </a:pPr>
            <a:r>
              <a:t>Contoh: Chain "Smith" hanya berisi last name Smith</a:t>
            </a:r>
          </a:p>
          <a:p>
            <a:pPr>
              <a:defRPr sz="1500" b="1"/>
            </a:pPr>
            <a:r>
              <a:t>Aplikasi: Indexing DB, filtered views, secondary indexes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🧮 Aplikasi: Sparse Matrix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t>Masalah: Matriks besar dengan banyak elemen 0</a:t>
            </a:r>
          </a:p>
          <a:p>
            <a:pPr>
              <a:defRPr sz="1500" b="1"/>
            </a:pPr>
            <a:r>
              <a:t>Array 2D: boros memori O(m×n)</a:t>
            </a:r>
          </a:p>
          <a:p>
            <a:pPr>
              <a:defRPr sz="1500" b="1"/>
            </a:pPr>
            <a:r>
              <a:t>Solusi Multi-Linked:</a:t>
            </a:r>
          </a:p>
          <a:p>
            <a:pPr lvl="1">
              <a:defRPr sz="1400" b="0"/>
            </a:pPr>
            <a:r>
              <a:t>Setiap elemen ≠ 0 = node</a:t>
            </a:r>
          </a:p>
          <a:p>
            <a:pPr lvl="1">
              <a:defRPr sz="1400" b="0"/>
            </a:pPr>
            <a:r>
              <a:t>nextRow: link ke elemen berikutnya di row sama</a:t>
            </a:r>
          </a:p>
          <a:p>
            <a:pPr lvl="1">
              <a:defRPr sz="1400" b="0"/>
            </a:pPr>
            <a:r>
              <a:t>nextCol: link ke elemen berikutnya di col sama</a:t>
            </a:r>
          </a:p>
          <a:p>
            <a:pPr>
              <a:defRPr sz="1500" b="1"/>
            </a:pPr>
            <a:r>
              <a:t>Dua array head: listOfRows[] dan listOfCols[]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Struktur Node Sparse Matrix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class MatrixMListNode: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def __init__(self, row, col, value):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self.row = row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self.col = col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self.value = value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self.nextRow = None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self.nextCol = None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Keuntungan: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- Row traversal: O(k) k=elemen non-zero di row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- Column traversal: O(m) m=elemen non-zero di col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🔄 Complex Iterators: Konsep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rPr dirty="0"/>
              <a:t>Iterator </a:t>
            </a:r>
            <a:r>
              <a:rPr dirty="0" err="1"/>
              <a:t>sederhana</a:t>
            </a:r>
            <a:r>
              <a:rPr dirty="0"/>
              <a:t>: 1 traversal variable</a:t>
            </a:r>
          </a:p>
          <a:p>
            <a:pPr>
              <a:defRPr sz="1500" b="1"/>
            </a:pPr>
            <a:r>
              <a:rPr dirty="0" err="1"/>
              <a:t>Struktur</a:t>
            </a:r>
            <a:r>
              <a:rPr dirty="0"/>
              <a:t> nested (array of lists / multi-linked):</a:t>
            </a:r>
          </a:p>
          <a:p>
            <a:pPr lvl="1">
              <a:defRPr sz="1400" b="0"/>
            </a:pPr>
            <a:r>
              <a:rPr dirty="0" err="1"/>
              <a:t>Perlu</a:t>
            </a:r>
            <a:r>
              <a:rPr dirty="0"/>
              <a:t> track: current array index + current node</a:t>
            </a:r>
          </a:p>
          <a:p>
            <a:pPr>
              <a:defRPr sz="1500" b="1"/>
            </a:pPr>
            <a:r>
              <a:rPr dirty="0"/>
              <a:t>Stateful Iterator untuk Sparse Matrix:</a:t>
            </a:r>
          </a:p>
          <a:p>
            <a:pPr lvl="1">
              <a:defRPr sz="1400" b="0"/>
            </a:pPr>
            <a:r>
              <a:rPr dirty="0"/>
              <a:t>_</a:t>
            </a:r>
            <a:r>
              <a:rPr dirty="0" err="1"/>
              <a:t>rowArray</a:t>
            </a:r>
            <a:r>
              <a:rPr dirty="0"/>
              <a:t>: </a:t>
            </a:r>
            <a:r>
              <a:rPr dirty="0" err="1"/>
              <a:t>referensi</a:t>
            </a:r>
            <a:r>
              <a:rPr dirty="0"/>
              <a:t> array head rows</a:t>
            </a:r>
          </a:p>
          <a:p>
            <a:pPr lvl="1">
              <a:defRPr sz="1400" b="0"/>
            </a:pPr>
            <a:r>
              <a:rPr dirty="0"/>
              <a:t>_</a:t>
            </a:r>
            <a:r>
              <a:rPr dirty="0" err="1"/>
              <a:t>curRow</a:t>
            </a:r>
            <a:r>
              <a:rPr dirty="0"/>
              <a:t>: index row </a:t>
            </a:r>
            <a:r>
              <a:rPr dirty="0" err="1"/>
              <a:t>saat</a:t>
            </a:r>
            <a:r>
              <a:rPr dirty="0"/>
              <a:t> ini</a:t>
            </a:r>
          </a:p>
          <a:p>
            <a:pPr lvl="1">
              <a:defRPr sz="1400" b="0"/>
            </a:pPr>
            <a:r>
              <a:rPr dirty="0"/>
              <a:t>_</a:t>
            </a:r>
            <a:r>
              <a:rPr dirty="0" err="1"/>
              <a:t>curNode</a:t>
            </a:r>
            <a:r>
              <a:rPr dirty="0"/>
              <a:t>: node </a:t>
            </a:r>
            <a:r>
              <a:rPr dirty="0" err="1"/>
              <a:t>saat</a:t>
            </a:r>
            <a:r>
              <a:rPr dirty="0"/>
              <a:t> ini </a:t>
            </a:r>
            <a:r>
              <a:rPr dirty="0" err="1"/>
              <a:t>dalam</a:t>
            </a:r>
            <a:r>
              <a:rPr dirty="0"/>
              <a:t> row list</a:t>
            </a:r>
          </a:p>
          <a:p>
            <a:pPr>
              <a:defRPr sz="1500" b="1"/>
            </a:pPr>
            <a:r>
              <a:rPr dirty="0"/>
              <a:t>Helper: _</a:t>
            </a:r>
            <a:r>
              <a:rPr dirty="0" err="1"/>
              <a:t>findNextElement</a:t>
            </a:r>
            <a:r>
              <a:rPr dirty="0"/>
              <a:t>() untuk skip row kosong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 Sparse Matrix Iterator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0" y="820880"/>
            <a:ext cx="5257799" cy="48893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__next__(self):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self._curNode is None: raise StopIteration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value = self._curNode.value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self._curNode = self._curNode.nextRow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self._curNode is None: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self._findNextElement()  # Cari row berikutnya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return value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_findNextElement(self):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while curRow &lt; len and rowArray[curRow] is None: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curRow +=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_curNode = rowArray[curRow] if valid else None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✏️ Aplikasi: Text Editor Buffer ADT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470CB0-6FD2-AA99-C41D-F9F297F39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04700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📍 Cursor Management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>
              <a:defRPr sz="1500" b="1"/>
            </a:pPr>
            <a:r>
              <a:rPr lang="en-US" sz="1500"/>
              <a:t>Posisi: (lineIndex, columnIndex)</a:t>
            </a:r>
          </a:p>
          <a:p>
            <a:pPr>
              <a:defRPr sz="1500" b="1"/>
            </a:pPr>
            <a:r>
              <a:rPr lang="en-US" sz="1500"/>
              <a:t>Tidak bisa di luar batas dokumen</a:t>
            </a:r>
          </a:p>
          <a:p>
            <a:pPr>
              <a:defRPr sz="1500" b="1"/>
            </a:pPr>
            <a:r>
              <a:rPr lang="en-US" sz="1500"/>
              <a:t>Vertical: moveUp(n), moveDown(n) → adjust col jika line lebih pendek</a:t>
            </a:r>
          </a:p>
          <a:p>
            <a:pPr>
              <a:defRPr sz="1500" b="1"/>
            </a:pPr>
            <a:r>
              <a:rPr lang="en-US" sz="1500"/>
              <a:t>Horizontal: moveLeft(), moveRight() → wrap ke line prev/next</a:t>
            </a:r>
          </a:p>
          <a:p>
            <a:pPr>
              <a:defRPr sz="1500" b="1"/>
            </a:pPr>
            <a:r>
              <a:rPr lang="en-US" sz="1500"/>
              <a:t>Extremes: moveLineHome(), moveLineEnd(), moveDocHome(), moveDocEnd()</a:t>
            </a:r>
          </a:p>
          <a:p>
            <a:pPr>
              <a:defRPr sz="1500" b="1"/>
            </a:pPr>
            <a:r>
              <a:rPr lang="en-US" sz="1500"/>
              <a:t>Semua operasi relative terhadap posisi cursor saat ini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🏗️ Design: DLL of Vectors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BB0E4D-291D-544D-ACB4-0B5C206B1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79146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Implementasi: Constructor &amp; Status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__init__(self):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self._firstLine = _EditBufferNode(['\n'])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self._lastLine = self._firstLine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self._curLine = self._firstLine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self._curLineNdx = 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self._curColNdx = 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self._numLines =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self._insertMode = True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Status methods: numLines(), numChars(), lineIndex(), columnIndex()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Implementasi: moveUp() &amp; moveLeft()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moveUp(self, nlines):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nlines &lt;= 0: return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nlines = min(nlines, self._curLineNdx)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for _ in range(nlines): self._curLine = self._curLine.prev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self._curLineNdx -= nlines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self._curColNdx &gt;= self.numChars(): self.moveLineEnd()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moveLeft(self):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self._curColNdx == 0: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if self._curLineNdx &gt; 0: self.moveUp(1); self.moveLineEnd()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else: self._curColNdx -=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Implementasi: breakLine() &amp; addChar()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breakLine(self):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nlContents = self._curLine.text[self._curColNdx:]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del self._curLine.text[self._curColNdx:]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self._curLine.text.append('\n')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self._insertNode(self._curLine, nlContents)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self._curLine = self._curLine.next; self._curColNdx = 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addChar(self, char):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char == '\n': self.breakLine(); return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# Insert/Overwrite logic based on mode &amp; position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Implementasi: deleteChar() &amp; Merge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def deleteChar(self):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if self.getChar() != '\n':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self._curLine.text.pop(self._curColNdx)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else: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if self._curLine is self._lastLine: return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nextLine = self._curLine.next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self._curLine.text.pop()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self._curLine.text.extend(nextLine.text)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A1A1A"/>
                </a:solidFill>
                <a:latin typeface="Consolas"/>
              </a:defRPr>
            </a:pPr>
            <a:r>
              <a:rPr lang="en-US" sz="1400"/>
              <a:t>      self._removeNode(nextLine)  # Update numLines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20F93-B2B1-0157-E49A-DD5BA77A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Ilustrasi Merge: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C1FBD-FEA8-8CE1-7FAE-A1F29B8231E5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Sebelum</a:t>
            </a:r>
            <a:r>
              <a:rPr lang="en-US" dirty="0"/>
              <a:t> </a:t>
            </a:r>
            <a:r>
              <a:rPr lang="en-US"/>
              <a:t>deleteChar</a:t>
            </a:r>
            <a:r>
              <a:rPr lang="en-US" dirty="0"/>
              <a:t> di </a:t>
            </a:r>
            <a:r>
              <a:rPr lang="en-US"/>
              <a:t>akhir</a:t>
            </a:r>
            <a:r>
              <a:rPr lang="en-US" dirty="0"/>
              <a:t> line 1 ("</a:t>
            </a:r>
            <a:r>
              <a:rPr lang="en-US"/>
              <a:t>abc</a:t>
            </a:r>
            <a:r>
              <a:rPr lang="en-US" dirty="0"/>
              <a:t>|\n"):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Line 1: ['</a:t>
            </a:r>
            <a:r>
              <a:rPr lang="en-US"/>
              <a:t>a','b','c</a:t>
            </a:r>
            <a:r>
              <a:rPr lang="en-US" dirty="0"/>
              <a:t>','\n']  ← cursor di \n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Line 2: ['</a:t>
            </a:r>
            <a:r>
              <a:rPr lang="en-US"/>
              <a:t>x','y','z</a:t>
            </a:r>
            <a:r>
              <a:rPr lang="en-US" dirty="0"/>
              <a:t>','\n']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Setelah</a:t>
            </a:r>
            <a:r>
              <a:rPr lang="en-US" dirty="0"/>
              <a:t>: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Line 1: ['</a:t>
            </a:r>
            <a:r>
              <a:rPr lang="en-US"/>
              <a:t>a','b','c','x','y','z</a:t>
            </a:r>
            <a:r>
              <a:rPr lang="en-US" dirty="0"/>
              <a:t>','\n']  ← cursor </a:t>
            </a:r>
            <a:r>
              <a:rPr lang="en-US"/>
              <a:t>tetap</a:t>
            </a:r>
            <a:r>
              <a:rPr lang="en-US" dirty="0"/>
              <a:t> di </a:t>
            </a:r>
            <a:r>
              <a:rPr lang="en-US"/>
              <a:t>posisi</a:t>
            </a:r>
            <a:r>
              <a:rPr lang="en-US" dirty="0"/>
              <a:t> 3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(Line 2 </a:t>
            </a:r>
            <a:r>
              <a:rPr lang="en-US"/>
              <a:t>dihapus</a:t>
            </a:r>
            <a:r>
              <a:rPr lang="en-US" dirty="0"/>
              <a:t> </a:t>
            </a:r>
            <a:r>
              <a:rPr lang="en-US"/>
              <a:t>dari</a:t>
            </a:r>
            <a:r>
              <a:rPr lang="en-US" dirty="0"/>
              <a:t> linked list)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62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📊 Ringkasan Perbandingan Variants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t>Singly: 1 pointer, forward only, low memory</a:t>
            </a:r>
          </a:p>
          <a:p>
            <a:pPr>
              <a:defRPr sz="1500" b="1"/>
            </a:pPr>
            <a:r>
              <a:t>Doubly: 2 pointer, bidirectional, O(1) delete, medium memory</a:t>
            </a:r>
          </a:p>
          <a:p>
            <a:pPr>
              <a:defRPr sz="1500" b="1"/>
            </a:pPr>
            <a:r>
              <a:t>Circular: loopback, round-robin friendly, no NULL terminator</a:t>
            </a:r>
          </a:p>
          <a:p>
            <a:pPr>
              <a:defRPr sz="1500" b="1"/>
            </a:pPr>
            <a:r>
              <a:t>Multi-Linked: multiple chains, DB indexing, sparse matrix</a:t>
            </a:r>
          </a:p>
          <a:p>
            <a:pPr>
              <a:defRPr sz="1500" b="1"/>
            </a:pPr>
            <a:r>
              <a:t>Pilih berdasarkan:</a:t>
            </a:r>
          </a:p>
          <a:p>
            <a:pPr lvl="1">
              <a:defRPr sz="1400" b="0"/>
            </a:pPr>
            <a:r>
              <a:t>Pola akses (fwd/rev/cyclic)</a:t>
            </a:r>
          </a:p>
          <a:p>
            <a:pPr lvl="1">
              <a:defRPr sz="1400" b="0"/>
            </a:pPr>
            <a:r>
              <a:t>Frekuensi insert/delete</a:t>
            </a:r>
          </a:p>
          <a:p>
            <a:pPr lvl="1">
              <a:defRPr sz="1400" b="0"/>
            </a:pPr>
            <a:r>
              <a:t>Constraint memori vs kecepatan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F09C1-B8D4-DF7C-26AD-2A42CB30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latihan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610C1-AE1B-5759-7000-024BE4574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Rancang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data untuk </a:t>
            </a:r>
            <a:r>
              <a:rPr lang="en-US" dirty="0" err="1"/>
              <a:t>aplikasi</a:t>
            </a:r>
            <a:r>
              <a:rPr lang="en-US" dirty="0"/>
              <a:t> note-taking yang </a:t>
            </a:r>
            <a:r>
              <a:rPr lang="en-US" dirty="0" err="1"/>
              <a:t>mendukung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Multiple tags per note (multi-linked by tag)</a:t>
            </a:r>
          </a:p>
          <a:p>
            <a:pPr lvl="1"/>
            <a:r>
              <a:rPr lang="en-US" dirty="0"/>
              <a:t>Chronological dan alphabetical views (doubly linked sorted)</a:t>
            </a:r>
          </a:p>
          <a:p>
            <a:pPr lvl="1"/>
            <a:r>
              <a:rPr lang="en-US" dirty="0"/>
              <a:t>Sync status tracking (circular buffer for recent changes)"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45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✅ Best Practices &amp; Tips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rPr lang="en-US" sz="1500"/>
              <a:t>DLL: Selalu update prev &amp; next konsisten</a:t>
            </a:r>
          </a:p>
          <a:p>
            <a:pPr>
              <a:defRPr sz="1500" b="1"/>
            </a:pPr>
            <a:r>
              <a:rPr lang="en-US" sz="1500"/>
              <a:t>Circular: Gunakan alias check (curNode is listRef) untuk terminasi</a:t>
            </a:r>
          </a:p>
          <a:p>
            <a:pPr>
              <a:defRPr sz="1500" b="1"/>
            </a:pPr>
            <a:r>
              <a:rPr lang="en-US" sz="1500"/>
              <a:t>Multi-Linked: Hapus dari SEMUA chain sebelum dealokasi</a:t>
            </a:r>
          </a:p>
          <a:p>
            <a:pPr>
              <a:defRPr sz="1500" b="1"/>
            </a:pPr>
            <a:r>
              <a:rPr lang="en-US" sz="1500"/>
              <a:t>Text Editor: Validasi cursor bounds, test edge cases (empty, single line)</a:t>
            </a:r>
          </a:p>
          <a:p>
            <a:pPr>
              <a:defRPr sz="1500" b="1"/>
            </a:pPr>
            <a:r>
              <a:rPr lang="en-US" sz="1500"/>
              <a:t>Umum: Gambar diagram sebelum coding, profile performa, dokumentasi purpose setiap link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📚 Referensi &amp; Next Steps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defRPr sz="1500" b="1"/>
            </a:pPr>
            <a:r>
              <a:t>Buku: Data Structures &amp; Algorithms in Python (Goodrich)</a:t>
            </a:r>
          </a:p>
          <a:p>
            <a:pPr>
              <a:defRPr sz="1500" b="1"/>
            </a:pPr>
            <a:r>
              <a:t>Visualgo.net: Animasi interaksi pointer</a:t>
            </a:r>
          </a:p>
          <a:p>
            <a:pPr>
              <a:defRPr sz="1500" b="1"/>
            </a:pPr>
            <a:r>
              <a:t>Open Source: VS Code buffer management, Redis lists</a:t>
            </a:r>
          </a:p>
          <a:p>
            <a:pPr>
              <a:defRPr sz="1500" b="1"/>
            </a:pPr>
            <a:r>
              <a:t>Next Chapter:</a:t>
            </a:r>
          </a:p>
          <a:p>
            <a:pPr lvl="1">
              <a:defRPr sz="1400" b="0"/>
            </a:pPr>
            <a:r>
              <a:t>Chapter 10: Trees &amp; Binary Search Trees</a:t>
            </a:r>
          </a:p>
          <a:p>
            <a:pPr lvl="1">
              <a:defRPr sz="1400" b="0"/>
            </a:pPr>
            <a:r>
              <a:t>Chapter 11: Graphs &amp; Traversal Algorithms</a:t>
            </a:r>
          </a:p>
          <a:p>
            <a:pPr>
              <a:defRPr sz="1500" b="1"/>
            </a:pPr>
            <a:r>
              <a:t>Proyek: Bangun text editor mini dengan undo/redo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2805</Words>
  <Application>Microsoft Office PowerPoint</Application>
  <PresentationFormat>Widescreen</PresentationFormat>
  <Paragraphs>379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ADVANCED LINKED LISTS</vt:lpstr>
      <vt:lpstr>🎯 Tujuan Pembelajaran</vt:lpstr>
      <vt:lpstr>📋 Review: Singly Linked List</vt:lpstr>
      <vt:lpstr>🤔 Mengapa Perlu Advanced Linked Lists?</vt:lpstr>
      <vt:lpstr>🔗 Doubly Linked List: Definisi</vt:lpstr>
      <vt:lpstr>💻 Struktur Node Doubly Linked List</vt:lpstr>
      <vt:lpstr>🗂️ Organisasi dengan Head &amp; Tail</vt:lpstr>
      <vt:lpstr>➡️ Traversal Forward</vt:lpstr>
      <vt:lpstr>⬅️ Traversal Reverse</vt:lpstr>
      <vt:lpstr>🔍 Searching dengan Probe Technique</vt:lpstr>
      <vt:lpstr>⚡ Optimasi Early Termination</vt:lpstr>
      <vt:lpstr>➕ Insertion: 4 Kasus DLL</vt:lpstr>
      <vt:lpstr>🔧 Manipulasi Link Insert Tengah</vt:lpstr>
      <vt:lpstr>💻 Implementasi Insert Sorted DLL</vt:lpstr>
      <vt:lpstr>➖ Deletion pada Doubly Linked List</vt:lpstr>
      <vt:lpstr>📊 Analisis Kompleksitas DLL</vt:lpstr>
      <vt:lpstr>🌟 Aplikasi Doubly Linked List</vt:lpstr>
      <vt:lpstr>🔄 Circular Linked List: Konsep</vt:lpstr>
      <vt:lpstr>🗂️ Organisasi Circular List</vt:lpstr>
      <vt:lpstr>🚶 Traversal Circular Linked List</vt:lpstr>
      <vt:lpstr>🔍 Search pada Circular List</vt:lpstr>
      <vt:lpstr>➕ Insertion Circular List</vt:lpstr>
      <vt:lpstr>🔀 Multi-Linked Lists: Konsep</vt:lpstr>
      <vt:lpstr>💻 Implementasi Node Multi-Linked</vt:lpstr>
      <vt:lpstr>🔗 Complete vs Partial Chains</vt:lpstr>
      <vt:lpstr>🧮 Aplikasi: Sparse Matrix</vt:lpstr>
      <vt:lpstr>💻 Struktur Node Sparse Matrix</vt:lpstr>
      <vt:lpstr>🔄 Complex Iterators: Konsep</vt:lpstr>
      <vt:lpstr>💻 Implementasi Sparse Matrix Iterator</vt:lpstr>
      <vt:lpstr>✏️ Aplikasi: Text Editor Buffer ADT</vt:lpstr>
      <vt:lpstr>📍 Cursor Management</vt:lpstr>
      <vt:lpstr>🏗️ Design: DLL of Vectors</vt:lpstr>
      <vt:lpstr>💻 Implementasi: Constructor &amp; Status</vt:lpstr>
      <vt:lpstr>💻 Implementasi: moveUp() &amp; moveLeft()</vt:lpstr>
      <vt:lpstr>💻 Implementasi: breakLine() &amp; addChar()</vt:lpstr>
      <vt:lpstr>💻 Implementasi: deleteChar() &amp; Merge</vt:lpstr>
      <vt:lpstr>Ilustrasi Merge:</vt:lpstr>
      <vt:lpstr>📊 Ringkasan Perbandingan Variants</vt:lpstr>
      <vt:lpstr>latihan</vt:lpstr>
      <vt:lpstr>✅ Best Practices &amp; Tips</vt:lpstr>
      <vt:lpstr>📚 Referensi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hidayat</cp:lastModifiedBy>
  <cp:revision>6</cp:revision>
  <dcterms:created xsi:type="dcterms:W3CDTF">2013-01-27T09:14:16Z</dcterms:created>
  <dcterms:modified xsi:type="dcterms:W3CDTF">2026-05-06T00:07:30Z</dcterms:modified>
  <cp:category/>
</cp:coreProperties>
</file>