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1" r:id="rId16"/>
    <p:sldId id="27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1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Case (relatif)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Bubble</c:v>
                </c:pt>
                <c:pt idx="1">
                  <c:v>Selection</c:v>
                </c:pt>
                <c:pt idx="2">
                  <c:v>Insertion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D6-4966-9F15-4DC8DBF059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Case (relatif)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Bubble</c:v>
                </c:pt>
                <c:pt idx="1">
                  <c:v>Selection</c:v>
                </c:pt>
                <c:pt idx="2">
                  <c:v>Insertion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100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D6-4966-9F15-4DC8DBF05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87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1AE5-98D0-E6EB-CDC3-77037BF1D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2B652-526B-1E97-1FE7-7697582B2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D917F-E0A5-FEEF-45A0-82C73D06D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2FDCD-4A13-55B3-C93C-54479D0F4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95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0727-3984-A816-76D1-CCDBD640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A81F2-04B5-B187-87DF-247D388F9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789E2-3D38-05AC-311D-A399F49A0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FD574-E3B2-D437-1C00-EE77D3278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57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1F69-E1B9-D1E1-972F-9A1F940A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094DC-C6BA-8DA3-7657-CFF2BE5C8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D9FC4-0A43-5FE4-A8BD-09547A7AA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15399-A987-BA40-B1BB-158A691E5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57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3E66-DC74-20D3-6B84-2833AC1E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98720-9770-7229-2292-6A2251DF4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9A1E0-8872-2032-7A79-CA81B7C0A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8A26E-C494-6E08-E07B-2BB96C011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15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731520"/>
            <a:ext cx="2926080" cy="2926080"/>
          </a:xfrm>
          <a:prstGeom prst="ellipse">
            <a:avLst/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1188720"/>
            <a:ext cx="2011680" cy="20116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6400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488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1645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&amp; Sorting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Dasar untuk Struktur Sekuens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Gambaran Umum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755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24688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item spesifik dalam koleksi data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O(n)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O(log n)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search key unik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20640" y="16459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755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120640" y="246888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Mengurutkan koleksi berdasarkan relasi tertentu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Sort: O(n²)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Sort: O(n²)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Sort: O(n²)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Sekuensial pada Array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Kerja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satu per satu dari awal array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setiap elemen dengan target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jika ditemukan atau habis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sorted array, bisa berhenti lebih awal jika elemen &gt; target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3657600" cy="16459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Waktu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303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item tidak ditemukan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linearSearch(theValues, target):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range(len(theValues)):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theValues[i] == target: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B65D8-46BE-6634-3C86-724528B2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3" y="709352"/>
            <a:ext cx="8087854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7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38FB9-2532-DAB3-93D5-AEBFBA64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97D5D5-CA91-E405-9DDF-C676402CE9D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4481F4-60FC-B62E-2A5A-EFB3AAC40A09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38135D-CC01-2B47-3FD8-6EF6DFE9FDCD}"/>
              </a:ext>
            </a:extLst>
          </p:cNvPr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a Sorted Sequence</a:t>
            </a:r>
            <a:endParaRPr lang="en-US" sz="3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A02D25C-64A6-F536-DEB5-1043F8595E2D}"/>
              </a:ext>
            </a:extLst>
          </p:cNvPr>
          <p:cNvSpPr/>
          <p:nvPr/>
        </p:nvSpPr>
        <p:spPr>
          <a:xfrm>
            <a:off x="694006" y="3063239"/>
            <a:ext cx="7680960" cy="2038643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46B85FEC-633B-7DE3-4D43-00C0FB1A0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86" y="3037451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6189DD15-6083-B5AE-D88F-5D585816DAD5}"/>
              </a:ext>
            </a:extLst>
          </p:cNvPr>
          <p:cNvSpPr/>
          <p:nvPr/>
        </p:nvSpPr>
        <p:spPr>
          <a:xfrm>
            <a:off x="1237955" y="303745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6093919-FFB6-1648-CA69-BF4147483192}"/>
              </a:ext>
            </a:extLst>
          </p:cNvPr>
          <p:cNvSpPr/>
          <p:nvPr/>
        </p:nvSpPr>
        <p:spPr>
          <a:xfrm>
            <a:off x="876886" y="3235569"/>
            <a:ext cx="7315200" cy="178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defsortedLinearSearch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theValues,item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n=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theValues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foriinrange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theValues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]==item: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returnTrue</a:t>
            </a:r>
            <a:endParaRPr lang="en-US" sz="110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theValues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]&gt;item: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returnFalse</a:t>
            </a:r>
            <a:endParaRPr lang="en-US" sz="110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returnFalse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#Theitemisnotinthesequence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C3169F-8DB1-BED5-DCFE-DAA93A7FD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50" y="1092851"/>
            <a:ext cx="7220958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9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pada Sorted Sequence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18288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Tengah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elemen tengah dengan target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2468880" cy="18288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Eliminasi Setengah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Buang separuh array yang tidak mungkin mengandung target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468880" cy="18288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diulang pada separuh yang tersisa hingga ditemukan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3657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1188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173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O(log n)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00584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Jauh lebih efisien dari linear search!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474720"/>
            <a:ext cx="384048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3776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- Python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38404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low &lt;= high: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= (high + low) //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theValues[mid] == target: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target &lt; theValues[mid]: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high = mid - 1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low = mid + 1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Bubble Sort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besar "menggelembung" ke akhir list melalui iterasi berulang dan pertukaran elemen berpasangan.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487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8877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elemen ke-j dan ke-(j+1)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elemen ke-j &gt; elemen ke-(j+1), tukar posisi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untuk setiap pasangan dalam satu pass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pass menempatkan elemen terbesar di posisi akhir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n-1 pass total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365294"/>
            <a:ext cx="2926080" cy="201168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26783" y="146780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6783" y="171083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O(n²)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237744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258508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loop: n(n-1)/2 iterasi total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paling tidak efisien dari ketiga sort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dioptimasi untuk berhenti jika sudah terurut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499486"/>
            <a:ext cx="6607644" cy="1644014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64323"/>
            <a:ext cx="6201103" cy="1510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#Sortsasequenceinascendingorderusingthebubblesortalgorithm.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defbubbleSort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n=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foriinrange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(n-1):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forjinrange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(i+n-1):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[j]&gt;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[j+1]: #swap the j and j+1 items.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[j]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[j]=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[j+1]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theSeq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[j+1]=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</a:t>
            </a:r>
            <a:endParaRPr lang="en-US" sz="105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Sort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elemen terkecil dari bagian yang belum terurut, lalu tukar ke posisi yang benar.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elemen terkecil di bagian yang belum terurut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Tukar dengan elemen di posisi awal bagian belum terurut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Pindahkan batas antara bagian terurut dan belum terurut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sampai semua elemen terurut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2926080" cy="21031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O(n²)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237744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O(n) swap per pass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dari bubble sort dalam jumlah pertukaran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91363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range(n-1):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smallNdx = 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range(i+1, 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theSeq[j] &lt; theSeq[smallNdx]: smallNdx = j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smallNdx != 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theSeq[i], theSeq[smallNdx] = theSeq[smallNdx], theSeq[i]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Insertion Sort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menyortir kartu di tangan — ambil satu per satu dan sisipkan di posisi yang tepat.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elemen kedua (elemen pertama dianggap terurut)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nilai elemen saat ini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Geser elemen yang lebih besar ke kanan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Sisipkan nilai di posisi yang tepat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2926080" cy="21031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O(n²)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943600" y="2743200"/>
            <a:ext cx="237744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O(n) jika sudah terurut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 terhadap data yang hampir terurut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91363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theSeq[i]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 = 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pos &gt; 0 and value &lt; theSeq[pos-1]: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theSeq[pos] = theSeq[pos-1]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 -=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theSeq[pos] = value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Perbandingan Algoritma Sorting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Swap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Keunggulan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Sederhana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 swap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Dengan optimasi early termination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3520440"/>
          <a:ext cx="768096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Lists &amp; Merging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0" cy="21031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List Terurut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Sisipkan elemen baru di posisi yang tepat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binary search untuk menemukan posisi: O(log n)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efisien daripada mengurutkan ulang seluruh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210312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Dua Sorted Lists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elemen terdepan dari kedua list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yang lebih kecil ke list baru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Kompleksitas: O(n) — sangat efisien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Merge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= [2, 8, 15, 23, 37]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listB = [4, 6, 15, 20]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merge: [2, 4, 6, 8, 15, 15, 20, 23, 37]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ADT: Implementasi yang Lebih Baik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sorted list + binary search untuk meningkatkan efisiensi operasi set.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Unsorted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in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s.add(x)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s.isSubsetOf(t)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==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s.union(t)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3977640"/>
            <a:ext cx="6400800" cy="82296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114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94560" y="404164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sorted list dan binary search, operasi contains menjadi O(log n), dan operasi union/equals/subset turun dari kuadratik menjadi linear menggunakan teknik merge.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O(n) vs Binary O(log n) — binary search membutuhkan data terurut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Selection, Insertion — semua O(n²) worst case, masing-masing punya kelebihan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E07A5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3152" cy="914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Lists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Memelihara urutan + merge = operasi lebih efisien pada Set ADT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Data Structures &amp; Algorithms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DD573-254D-2CA1-AA0A-FCDF80F1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E16522-D029-2FB6-845C-FD3BC4FBAB4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F9E9FA-952F-D2C7-E5D4-17F6AB8F36B7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9B8927-037C-CC22-E381-81E60A0343B7}"/>
              </a:ext>
            </a:extLst>
          </p:cNvPr>
          <p:cNvSpPr/>
          <p:nvPr/>
        </p:nvSpPr>
        <p:spPr>
          <a:xfrm>
            <a:off x="731520" y="890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Praktikum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49B08B8-9DD6-F6AF-D5BE-3A7C0459DA01}"/>
              </a:ext>
            </a:extLst>
          </p:cNvPr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Data Structures &amp; Algorithms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02D96A-BDB7-4F5C-F58C-DA4B7F0F0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2" y="745000"/>
            <a:ext cx="6339840" cy="18267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703CC7-5114-3923-0BD5-FAC9C7690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92" y="2587635"/>
            <a:ext cx="6339840" cy="202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2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B8C0B-B40F-FB40-CDC9-985DF7A2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DBAFFD-667C-A784-C787-8A843C91C18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55182B-A4C9-7FFE-FA3E-3EE817F377BA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27C57D-68F1-ED40-0D59-47E483BFB5B3}"/>
              </a:ext>
            </a:extLst>
          </p:cNvPr>
          <p:cNvSpPr/>
          <p:nvPr/>
        </p:nvSpPr>
        <p:spPr>
          <a:xfrm>
            <a:off x="731520" y="890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Praktikum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A084D09-5A33-BA0C-300B-4CC5D7CD913C}"/>
              </a:ext>
            </a:extLst>
          </p:cNvPr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Data Structures &amp; Algorithms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2B47D-DFF8-EBEB-A6DA-D2851D79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2" y="856712"/>
            <a:ext cx="6414868" cy="377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4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7CF7E-D429-0D31-EACA-EB993EA3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30F2D7-EBED-746D-B62C-063BE439164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B7263C-1556-1881-A556-DC9F46B1C550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2F11C5-CC96-4536-9441-F529D120A90F}"/>
              </a:ext>
            </a:extLst>
          </p:cNvPr>
          <p:cNvSpPr/>
          <p:nvPr/>
        </p:nvSpPr>
        <p:spPr>
          <a:xfrm>
            <a:off x="731520" y="890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Praktikum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19417B8-B572-3764-91F7-7CCC632087D4}"/>
              </a:ext>
            </a:extLst>
          </p:cNvPr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Data Structures &amp; Algorithms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D65A9-2072-9233-58FE-86B5114B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34" y="745000"/>
            <a:ext cx="8177049" cy="37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1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63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1106</Words>
  <Application>Microsoft Office PowerPoint</Application>
  <PresentationFormat>On-screen Show (16:9)</PresentationFormat>
  <Paragraphs>209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Searching and Sorting</dc:title>
  <dc:subject>PptxGenJS Presentation</dc:subject>
  <dc:creator>Claude</dc:creator>
  <cp:lastModifiedBy>andi hidayat</cp:lastModifiedBy>
  <cp:revision>6</cp:revision>
  <dcterms:created xsi:type="dcterms:W3CDTF">2026-03-03T17:58:56Z</dcterms:created>
  <dcterms:modified xsi:type="dcterms:W3CDTF">2026-03-04T01:55:12Z</dcterms:modified>
</cp:coreProperties>
</file>